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紹介内容の根拠: SPEC.md §7・§10・§15。LoopFlow画像は保存済みの模擬実行画面。各機能の対象範囲はスライドの脚注に記載。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TWO PROVIDERS / ONE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XHarness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ClaudeとCodexのサブスクを、</a:t>
            </a:r>
          </a:p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一つのハーネスで使う。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モデルを使うだけでなく、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役割を分ける。処理を見る。成果をつなぐ。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Pro / Max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Codex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ChatGPT Plus / Pro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Windows向けデスクトップアプリ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CROSS-PROVIDER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実装とレビューを、別会社のモデルへ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書いたモデルとは別の視点で、変更を読む。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Claudeが実装した変更をCodexがレビュー。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Codexが実装した変更はClaudeへ。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指摘を実装側へ戻し、修正と再レビューにつなげます。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Claudeで実装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Codexでレビュー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Codexで実装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Claudeでレビュー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通常の公式ワークフローは単一課題に対応。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SEE THE 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LoopFlowで、AIの動きとアプリの処理を見分ける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会話の文章だけでは見えない、一周の流れを表示。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63240"/>
            <a:ext cx="58064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文脈の組み立て、モデル通信、ツール要求、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権限判定、実行、記録をSTEPで追えます。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「AIが答えた部分」と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「ハーネスが動かした部分」が分かります。</a:t>
            </a:r>
          </a:p>
        </p:txBody>
      </p:sp>
      <p:pic>
        <p:nvPicPr>
          <p:cNvPr id="7" name="Picture 6" descr="slid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3017520"/>
            <a:ext cx="4434840" cy="2944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TranscriptとLoopFlowを切り替えて表示。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PORTABLE EXECUTION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処理の中身を、HTMLで持ち出す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アプリを閉じても、AIが何を受け取ったかを読める。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親・子の会話とSTEPを、一つの静的HTMLへ。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モデルに渡したsystem・履歴・ツール定義と、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返ってきた応答を保存範囲内でたどれます。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LLM通信は色で強調。ブラウザだけで閲覧できます。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モデルに渡したもの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system / 履歴 / ツール定義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モデルから返ったもの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応答 / ツール要求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5266944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5385816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ハーネスが行ったこと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579729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権限判定 / 実行 / 記録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レポートの出力・閲覧でモデルを再実行しません。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EXPLICIT RESULT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完了した結果を、同じプロジェクトの別会話へ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調査の結論を、そのまま次の仕事の参考に。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確定済みの最終回答を選び、宛先の会話へ受け渡し。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出典と受け渡す本文を確認できます。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受信だけではAIは動きません。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次の会話で、自分の依頼と一緒に使えます。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会話A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調査・方針の結論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結果の受け渡し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出典と本文を確認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5266944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5385816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会話B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579729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結論を参考に次の依頼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会話の権限や認証情報を移す機能ではありません。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OPT-IN QUOTA RESUME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利用枠を待ち、同じタスクから再開する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枠切れのたびに、依頼を入力し直さなくてよい。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観測した回復時刻をもとに、枠待ちを保存。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対象のタスクだけ、自動再開を有効にできます。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元の依頼を重ねて追加せず、保存した会話から続行。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枠待ちを表示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次回確認 / 期限 / 試行数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対象を選んで有効化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既定はOFF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5266944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5385816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同じタスクを続行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579729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前提が変われば手動確認へ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通常会話・安全な保存状態に限定。workflow途中の自動再開は対象外。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64008" cy="274320"/>
          </a:xfrm>
          <a:prstGeom prst="rect">
            <a:avLst/>
          </a:prstGeom>
          <a:solidFill>
            <a:srgbClr val="F2A1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846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F2A16A"/>
                </a:solidFill>
                <a:latin typeface="Noto Sans CJK JP"/>
              </a:defRPr>
            </a:pPr>
            <a:r>
              <a:t>WHY XHARNESS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41832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000" b="1">
                <a:solidFill>
                  <a:srgbClr val="F4F6FA"/>
                </a:solidFill>
                <a:latin typeface="Noto Sans CJK JP"/>
              </a:defRPr>
            </a:pPr>
            <a:r>
              <a:t>モデルを束ねる。処理を見る。成果をつなぐ。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2A16A"/>
                </a:solidFill>
                <a:latin typeface="Noto Sans CJK JP"/>
              </a:defRPr>
            </a:pPr>
            <a:r>
              <a:t>XHarnessの特徴を、三つの使い方で。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562356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ClaudeとCodexを、単なる切替先ではなく</a:t>
            </a:r>
          </a:p>
          <a:p>
            <a:pPr>
              <a:spcAft>
                <a:spcPts val="900"/>
              </a:spcAft>
              <a:defRPr sz="2000" b="0">
                <a:solidFill>
                  <a:srgbClr val="F4F6FA"/>
                </a:solidFill>
                <a:latin typeface="Noto Sans CJK JP"/>
              </a:defRPr>
            </a:pPr>
            <a:r>
              <a:t>実装とレビューの相手として組み合わせる。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3108960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13448" y="3227832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束ねる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3448" y="3639312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両社のサブスクと別会社レビュー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4187952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13448" y="4306824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4718304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LoopFlowと詳細HTMLレポート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5266944"/>
            <a:ext cx="4709160" cy="1005840"/>
          </a:xfrm>
          <a:prstGeom prst="rect">
            <a:avLst/>
          </a:prstGeom>
          <a:solidFill>
            <a:srgbClr val="1722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13448" y="5385816"/>
            <a:ext cx="4251960" cy="338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1">
                <a:solidFill>
                  <a:srgbClr val="F4F6FA"/>
                </a:solidFill>
                <a:latin typeface="Noto Sans CJK JP"/>
              </a:defRPr>
            </a:pPr>
            <a:r>
              <a:t>つなぐ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579729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A9B7CC"/>
                </a:solidFill>
                <a:latin typeface="Noto Sans CJK JP"/>
              </a:defRPr>
            </a:pPr>
            <a:r>
              <a:t>会話間の結果受け渡しと枠待ち再開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008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A9B7CC"/>
                </a:solidFill>
                <a:latin typeface="Noto Sans CJK JP"/>
              </a:defRPr>
            </a:pPr>
            <a:r>
              <a:t>github.com/hiroto-k0306/Xharness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F2A16A"/>
                </a:solidFill>
                <a:latin typeface="Noto Sans CJK JP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