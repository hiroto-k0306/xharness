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7a5fe9e96d406c" /><Relationship Type="http://schemas.openxmlformats.org/officeDocument/2006/relationships/extended-properties" Target="/docProps/app.xml" Id="R9bcb98810ff242f1" /><Relationship Type="http://schemas.openxmlformats.org/officeDocument/2006/relationships/officeDocument" Target="/ppt/presentation.xml" Id="Rea29bfff5cf840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2237a9a40e4f23"/>
  </p:sldMasterIdLst>
  <p:notesMasterIdLst>
    <p:notesMasterId xmlns:r="http://schemas.openxmlformats.org/officeDocument/2006/relationships" r:id="R73c1aafb1cda4071"/>
  </p:notesMasterIdLst>
  <p:sldIdLst>
    <p:sldId xmlns:r="http://schemas.openxmlformats.org/officeDocument/2006/relationships" id="256" r:id="R3cd5911e88fb414c"/>
    <p:sldId xmlns:r="http://schemas.openxmlformats.org/officeDocument/2006/relationships" id="257" r:id="Rfa309646487741f1"/>
    <p:sldId xmlns:r="http://schemas.openxmlformats.org/officeDocument/2006/relationships" id="258" r:id="R27f7b562b6794900"/>
    <p:sldId xmlns:r="http://schemas.openxmlformats.org/officeDocument/2006/relationships" id="259" r:id="R98bf77437281417e"/>
    <p:sldId xmlns:r="http://schemas.openxmlformats.org/officeDocument/2006/relationships" id="260" r:id="R3c5cb5632e9046cf"/>
    <p:sldId xmlns:r="http://schemas.openxmlformats.org/officeDocument/2006/relationships" id="261" r:id="R4616f1951dd84484"/>
    <p:sldId xmlns:r="http://schemas.openxmlformats.org/officeDocument/2006/relationships" id="262" r:id="R95dfffad18fe4c64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b538e3833e4302" /><Relationship Type="http://schemas.openxmlformats.org/officeDocument/2006/relationships/slideMaster" Target="/ppt/slideMasters/slideMaster1.xml" Id="R1c2237a9a40e4f23" /><Relationship Type="http://schemas.openxmlformats.org/officeDocument/2006/relationships/notesMaster" Target="/ppt/notesMasters/notesMaster1.xml" Id="R73c1aafb1cda4071" /><Relationship Type="http://schemas.openxmlformats.org/officeDocument/2006/relationships/presProps" Target="/ppt/presProps.xml" Id="R9a17eae7dbf5443d" /><Relationship Type="http://schemas.openxmlformats.org/officeDocument/2006/relationships/viewProps" Target="/ppt/viewProps.xml" Id="R6fd4fded0cea489f" /><Relationship Type="http://schemas.openxmlformats.org/officeDocument/2006/relationships/tableStyles" Target="/ppt/tableStyles.xml" Id="Rf6e8c7b175ee4825" /><Relationship Type="http://schemas.openxmlformats.org/officeDocument/2006/relationships/slide" Target="/ppt/slides/slide1.xml" Id="R3cd5911e88fb414c" /><Relationship Type="http://schemas.openxmlformats.org/officeDocument/2006/relationships/slide" Target="/ppt/slides/slide2.xml" Id="Rfa309646487741f1" /><Relationship Type="http://schemas.openxmlformats.org/officeDocument/2006/relationships/slide" Target="/ppt/slides/slide3.xml" Id="R27f7b562b6794900" /><Relationship Type="http://schemas.openxmlformats.org/officeDocument/2006/relationships/slide" Target="/ppt/slides/slide4.xml" Id="R98bf77437281417e" /><Relationship Type="http://schemas.openxmlformats.org/officeDocument/2006/relationships/slide" Target="/ppt/slides/slide5.xml" Id="R3c5cb5632e9046cf" /><Relationship Type="http://schemas.openxmlformats.org/officeDocument/2006/relationships/slide" Target="/ppt/slides/slide6.xml" Id="R4616f1951dd84484" /><Relationship Type="http://schemas.openxmlformats.org/officeDocument/2006/relationships/slide" Target="/ppt/slides/slide7.xml" Id="R95dfffad18fe4c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cb95fc813f4e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fe0a8c29f44919" /><Relationship Type="http://schemas.openxmlformats.org/officeDocument/2006/relationships/notesMaster" Target="/ppt/notesMasters/notesMaster1.xml" Id="R51ca7a5693c841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fde9620cd54012" /><Relationship Type="http://schemas.openxmlformats.org/officeDocument/2006/relationships/notesMaster" Target="/ppt/notesMasters/notesMaster1.xml" Id="R2c384a3662f84f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a96b406e324241" /><Relationship Type="http://schemas.openxmlformats.org/officeDocument/2006/relationships/notesMaster" Target="/ppt/notesMasters/notesMaster1.xml" Id="R7a91ab4bc30c45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419ed1a9be487f" /><Relationship Type="http://schemas.openxmlformats.org/officeDocument/2006/relationships/notesMaster" Target="/ppt/notesMasters/notesMaster1.xml" Id="R4b662e0d84d248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fb9339772a4fd4" /><Relationship Type="http://schemas.openxmlformats.org/officeDocument/2006/relationships/notesMaster" Target="/ppt/notesMasters/notesMaster1.xml" Id="R7de98b3af25146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d331779b084cfe" /><Relationship Type="http://schemas.openxmlformats.org/officeDocument/2006/relationships/notesMaster" Target="/ppt/notesMasters/notesMaster1.xml" Id="Rd803612f220843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2e6ad619e344ce" /><Relationship Type="http://schemas.openxmlformats.org/officeDocument/2006/relationships/notesMaster" Target="/ppt/notesMasters/notesMaster1.xml" Id="R069110f54cdc48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2026-10-08。最新main 9265300の7枚構成を基に改訂。SPEC.md §7・§10・§15。</a:t>
            </a:r>
          </a:p>
          <a:p xmlns:a="http://schemas.openxmlformats.org/drawingml/2006/main">
            <a:r>
              <a:t>画面出典: C:/Users/ahwri/Documents/Codex/2026-10-05/task/Xharness-connections/.out/limited-98496fb-packaged-gui/smoke-scratch-ping-pong-and-panel-switching-packaged/pong.png</a:t>
            </a:r>
          </a:p>
          <a:p xmlns:a="http://schemas.openxmlformats.org/drawingml/2006/main">
            <a:r>
              <a:t>保存済み実画面 / テスト用データ・旧検証版。画像の内容は変更せず、必要な範囲を切り出した。保存済み画像は旧UIであり現在の仕様と区別する。HTML画面はdocs/examples/execution-report.htmlをEdge headlessで表示したもの。実モデル通信やアプリ起動は行っていない。機能ごとに対応経路が異なり、同じworkflowで全機能が同時に使えるとは意味しない。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2026-10-08。最新main 9265300の7枚構成を基に改訂。SPEC.md §7・§10・§15。</a:t>
            </a:r>
          </a:p>
          <a:p xmlns:a="http://schemas.openxmlformats.org/drawingml/2006/main">
            <a:r>
              <a:t>画面出典: C:/Users/ahwri/Documents/Codex/2026-10-05/task/Xharness-connections/.out/ui-check-official-display.png</a:t>
            </a:r>
          </a:p>
          <a:p xmlns:a="http://schemas.openxmlformats.org/drawingml/2006/main">
            <a:r>
              <a:t>C:/Users/ahwri/Documents/Codex/2026-10-05/task/Xharness-connections/.out/packaged-live-6bd74a0-final-ui.png</a:t>
            </a:r>
          </a:p>
          <a:p xmlns:a="http://schemas.openxmlformats.org/drawingml/2006/main">
            <a:r>
              <a:t>保存済みの担当選択・結果画面 / 現行は選択中のメインモデルで計画。画像の内容は変更せず、必要な範囲を切り出した。保存済み画像は旧UIであり現在の仕様と区別する。HTML画面はdocs/examples/execution-report.htmlをEdge headlessで表示したもの。実モデル通信やアプリ起動は行っていない。機能ごとに対応経路が異なり、同じworkflowで全機能が同時に使えるとは意味しない。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2026-10-08。最新main 9265300の7枚構成を基に改訂。SPEC.md §7・§10・§15。</a:t>
            </a:r>
          </a:p>
          <a:p xmlns:a="http://schemas.openxmlformats.org/drawingml/2006/main">
            <a:r>
              <a:t>画面出典: C:/Users/ahwri/Documents/Codex/2026-10-05/task/Xharness-connections/.out/limited-98496fb-packaged-gui/smoke-scratch-ping-pong-and-panel-switching-packaged/flow.png</a:t>
            </a:r>
          </a:p>
          <a:p xmlns:a="http://schemas.openxmlformats.org/drawingml/2006/main">
            <a:r>
              <a:t>保存済み実画面 / テスト用データ・旧検証版。画像の内容は変更せず、必要な範囲を切り出した。保存済み画像は旧UIであり現在の仕様と区別する。HTML画面はdocs/examples/execution-report.htmlをEdge headlessで表示したもの。実モデル通信やアプリ起動は行っていない。機能ごとに対応経路が異なり、同じworkflowで全機能が同時に使えるとは意味しない。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2026-10-08。最新main 9265300の7枚構成を基に改訂。SPEC.md §7・§10・§15。</a:t>
            </a:r>
          </a:p>
          <a:p xmlns:a="http://schemas.openxmlformats.org/drawingml/2006/main">
            <a:r>
              <a:t>画面出典: D:/AIwork/Xharness/.out/presentation-revision-20261008/build/report-success.png</a:t>
            </a:r>
          </a:p>
          <a:p xmlns:a="http://schemas.openxmlformats.org/drawingml/2006/main">
            <a:r>
              <a:t>実際のHTML出力画面 / デモ記録・模擬通信。画像の内容は変更せず、必要な範囲を切り出した。保存済み画像は旧UIであり現在の仕様と区別する。HTML画面はdocs/examples/execution-report.htmlをEdge headlessで表示したもの。実モデル通信やアプリ起動は行っていない。機能ごとに対応経路が異なり、同じworkflowで全機能が同時に使えるとは意味しない。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2026-10-08。最新main 9265300の7枚構成を基に改訂。SPEC.md §7・§10・§15。</a:t>
            </a:r>
          </a:p>
          <a:p xmlns:a="http://schemas.openxmlformats.org/drawingml/2006/main">
            <a:r>
              <a:t>画面出典: C:/Users/ahwri/Documents/Codex/2026-10-05/task/Xharness-connections/.out/limited-98496fb-packaged-gui/handoffs-fake-result-deliv-92c6b-er-reload-without-execution-packaged/handoff-inbox.png</a:t>
            </a:r>
          </a:p>
          <a:p xmlns:a="http://schemas.openxmlformats.org/drawingml/2006/main">
            <a:r>
              <a:t>保存済み実画面 / テスト用データ・旧検証版。画像の内容は変更せず、必要な範囲を切り出した。保存済み画像は旧UIであり現在の仕様と区別する。HTML画面はdocs/examples/execution-report.htmlをEdge headlessで表示したもの。実モデル通信やアプリ起動は行っていない。機能ごとに対応経路が異なり、同じworkflowで全機能が同時に使えるとは意味しない。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2026-10-08。最新main 9265300の7枚構成を基に改訂。SPEC.md §7・§10・§15。</a:t>
            </a:r>
          </a:p>
          <a:p xmlns:a="http://schemas.openxmlformats.org/drawingml/2006/main">
            <a:r>
              <a:t>画面出典: C:/Users/ahwri/Documents/Codex/2026-10-05/task/Xharness-connections/.out/limited-98496fb-packaged-gui/quota-resume-fake-quota-UI-d758d-d-exposes-opt-in-and-cancel-packaged/quota-cancelled.png</a:t>
            </a:r>
          </a:p>
          <a:p xmlns:a="http://schemas.openxmlformats.org/drawingml/2006/main">
            <a:r>
              <a:t>枠待ちを取り消した実画面 / 模擬データ。待機中・再開成功の画面ではありません。画像の内容は変更せず、必要な範囲を切り出した。保存済み画像は旧UIであり現在の仕様と区別する。HTML画面はdocs/examples/execution-report.htmlをEdge headlessで表示したもの。実モデル通信やアプリ起動は行っていない。機能ごとに対応経路が異なり、同じworkflowで全機能が同時に使えるとは意味しない。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2026-10-08。最新main 9265300の7枚構成を基に改訂。SPEC.md §7・§10・§15。</a:t>
            </a:r>
          </a:p>
          <a:p xmlns:a="http://schemas.openxmlformats.org/drawingml/2006/main">
            <a:r>
              <a:t>画面出典: D:/AIwork/Xharness/.out/presentation-revision-20261008/build/report-child.png</a:t>
            </a:r>
          </a:p>
          <a:p xmlns:a="http://schemas.openxmlformats.org/drawingml/2006/main">
            <a:r>
              <a:t>実際のHTML出力画面 / 子のデモ記録・模擬通信。画像の内容は変更せず、必要な範囲を切り出した。保存済み画像は旧UIであり現在の仕様と区別する。HTML画面はdocs/examples/execution-report.htmlをEdge headlessで表示したもの。実モデル通信やアプリ起動は行っていない。機能ごとに対応経路が異なり、同じworkflowで全機能が同時に使えるとは意味しない。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006da0e334a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4d4e408e58468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e8e777739343d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8c875b555948b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30e006aa604d0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d396375746466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84225ba5594ae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8f518a2270453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faf3fa5cd465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20696ca6f9454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20b282df6f46a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C6D18-2267-49FE-BF1C-202DCBA1D0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402D6D6-B53B-4BBF-BED5-90CEDA7A35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26365E-46A1-42CA-831F-7E7745852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7F2C53-3C04-4EFE-9C44-A3B7A21A1C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D1BEBB-0135-45F2-88CC-53DE010E22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52D2A3-3BC6-455C-BCA9-1E831AFEE7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D81B76-215F-4C08-B717-2CDBE9E71C2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8627BB-7532-4245-81C6-8200C21E28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410867-F68D-41FE-BFA3-F8043A341A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6A87CF-580E-4343-8196-4BEE91E571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65AB7A-8D1B-490C-A799-DAD3103E3F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DF64914-F3C2-438F-B795-562966DC7B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4495CA-FC98-4293-8CAE-086C007EA9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22D994E-428B-42E9-8FC4-5D0B0F9822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766E5-955F-4055-9B3C-7E588E5040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B05CC15-FCE8-4692-9C9F-E56F94251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59558FB-CB98-4675-8027-FFDC79213A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1713B3-F5D2-41B3-B9C1-35F20A6979C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14FEB3-F080-4D56-BBEF-72FB96810E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54655B7-E367-4565-9D58-0A55F022B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9070774-86B6-48D3-9C44-38747C56E9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5DEEC8-32A4-47BF-B6A8-1A1D6B5FC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C6E0653-5F5B-405F-9F75-2E44AD4081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5AFADDA-1C31-4E34-85F6-1E177DE4D2F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BCF5B38-A728-4CF2-9E46-37A0B32421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C748111-BF38-4C5C-9475-3326834A6ED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D6470A1-1845-40FE-B7F8-96160E84B9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56AE5D5-DCD3-49A2-8C74-C5232B2523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D1FC78F-C79B-4A13-AEBD-05E0A2DF2B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003EED-B0BB-4269-8BCC-648959A56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05108A8-F245-4CA0-B93D-D29A3B171B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871CEF5-567F-4FFA-B0F1-3648DBE262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DD5C59E-A777-49E3-9E72-2F9355FF56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EF7A4A7-076F-4FD8-A722-3462F39DE4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5A4BDD0-0BB2-4D88-A8DE-B609013AC3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C0D5CB0-C27C-4C8E-B307-877B1B1985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DD3ED1-1EFF-4155-90AB-5B3EB445F1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F026B85-CF64-41D1-A465-8015456C4C9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D0E4A46-6965-45D7-99F5-441FD043ECC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8901EF4-A571-4D96-B7AA-3CF68F4D6E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B59886A-C517-4EA6-9E4A-BC7BDD881C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0C9431A-7FE7-4AF8-94FB-B91E452402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8292AA2-A7A3-4186-938E-DF677C18F5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C0D2F2F-063A-426D-9810-D849D5B564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D7A8619-391D-452A-AF7E-64A0EF884E5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CF8C363-2B09-4587-BCE1-F2AC79D370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FB2869D-744E-4D6A-88B4-E73F0E655A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621DB29-A36F-4C22-8CEE-755DED378F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33737DF-5F51-43E2-851D-E1781E1A22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C126A1-5CD4-422F-8674-337E2B0BE4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A0E282-A577-429C-9820-E720C753F5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9961655-EFAE-48D1-BD03-01B92D00B7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ABE980-213C-49B6-A913-28E898E3C8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153CB-5FCC-490F-81E6-2ADBD44712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FE490AA-019F-491D-B798-AC718351A1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C50E032-83CA-40A9-8D49-E83538D9A0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7A4AF8-5B29-4DD8-A84A-F9F92452C0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DCDE9F-CCA0-4F9A-8748-AC747ECC84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f69fa33eaa4068" /><Relationship Type="http://schemas.openxmlformats.org/officeDocument/2006/relationships/slideLayout" Target="/ppt/slideLayouts/slideLayout1.xml" Id="Rdac7925a4e384b72" /><Relationship Type="http://schemas.openxmlformats.org/officeDocument/2006/relationships/slideLayout" Target="/ppt/slideLayouts/slideLayout2.xml" Id="Rac285fa02409421e" /><Relationship Type="http://schemas.openxmlformats.org/officeDocument/2006/relationships/slideLayout" Target="/ppt/slideLayouts/slideLayout3.xml" Id="R2bbc742084584a02" /><Relationship Type="http://schemas.openxmlformats.org/officeDocument/2006/relationships/slideLayout" Target="/ppt/slideLayouts/slideLayout4.xml" Id="R76c8b91cd31a491c" /><Relationship Type="http://schemas.openxmlformats.org/officeDocument/2006/relationships/slideLayout" Target="/ppt/slideLayouts/slideLayout5.xml" Id="Rfd6690adde204549" /><Relationship Type="http://schemas.openxmlformats.org/officeDocument/2006/relationships/slideLayout" Target="/ppt/slideLayouts/slideLayout6.xml" Id="R5c8d8796027c4e77" /><Relationship Type="http://schemas.openxmlformats.org/officeDocument/2006/relationships/slideLayout" Target="/ppt/slideLayouts/slideLayout7.xml" Id="Rc14b00227ce5476e" /><Relationship Type="http://schemas.openxmlformats.org/officeDocument/2006/relationships/slideLayout" Target="/ppt/slideLayouts/slideLayout8.xml" Id="R45d0e4226aca4254" /><Relationship Type="http://schemas.openxmlformats.org/officeDocument/2006/relationships/slideLayout" Target="/ppt/slideLayouts/slideLayout9.xml" Id="Rbfa81f88f8d54747" /><Relationship Type="http://schemas.openxmlformats.org/officeDocument/2006/relationships/slideLayout" Target="/ppt/slideLayouts/slideLayout10.xml" Id="Rebf75ef82afd4660" /><Relationship Type="http://schemas.openxmlformats.org/officeDocument/2006/relationships/slideLayout" Target="/ppt/slideLayouts/slideLayout11.xml" Id="Re89aa83020e6457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45241D4-667F-4135-AA99-1F26B513C7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0C90D9-F34B-4BAC-9FF6-27EC431A6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906129-7A3C-45BC-8892-CC50827A330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93CFA8-2587-46AE-BA98-82951142247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D0261E-8318-4365-890C-864790DEF04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c7925a4e384b72"/>
    <p:sldLayoutId xmlns:r="http://schemas.openxmlformats.org/officeDocument/2006/relationships" id="2147483650" r:id="Rac285fa02409421e"/>
    <p:sldLayoutId xmlns:r="http://schemas.openxmlformats.org/officeDocument/2006/relationships" id="2147483651" r:id="R2bbc742084584a02"/>
    <p:sldLayoutId xmlns:r="http://schemas.openxmlformats.org/officeDocument/2006/relationships" id="2147483652" r:id="R76c8b91cd31a491c"/>
    <p:sldLayoutId xmlns:r="http://schemas.openxmlformats.org/officeDocument/2006/relationships" id="2147483653" r:id="Rfd6690adde204549"/>
    <p:sldLayoutId xmlns:r="http://schemas.openxmlformats.org/officeDocument/2006/relationships" id="2147483654" r:id="R5c8d8796027c4e77"/>
    <p:sldLayoutId xmlns:r="http://schemas.openxmlformats.org/officeDocument/2006/relationships" id="2147483655" r:id="Rc14b00227ce5476e"/>
    <p:sldLayoutId xmlns:r="http://schemas.openxmlformats.org/officeDocument/2006/relationships" id="2147483656" r:id="R45d0e4226aca4254"/>
    <p:sldLayoutId xmlns:r="http://schemas.openxmlformats.org/officeDocument/2006/relationships" id="2147483657" r:id="Rbfa81f88f8d54747"/>
    <p:sldLayoutId xmlns:r="http://schemas.openxmlformats.org/officeDocument/2006/relationships" id="2147483658" r:id="Rebf75ef82afd4660"/>
    <p:sldLayoutId xmlns:r="http://schemas.openxmlformats.org/officeDocument/2006/relationships" id="2147483659" r:id="Re89aa83020e6457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550006167c54f23" /><Relationship Type="http://schemas.openxmlformats.org/officeDocument/2006/relationships/image" Target="/ppt/media/image.png" Id="R43324a137fe3442a" /><Relationship Type="http://schemas.openxmlformats.org/officeDocument/2006/relationships/notesSlide" Target="/ppt/notesSlides/notesSlide1.xml" Id="Rb3c21204cc034f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366660a7d9419a" /><Relationship Type="http://schemas.openxmlformats.org/officeDocument/2006/relationships/image" Target="/ppt/media/image2.png" Id="R5f6728a4cd954c12" /><Relationship Type="http://schemas.openxmlformats.org/officeDocument/2006/relationships/image" Target="/ppt/media/image3.png" Id="Rb220f9e88d3348ed" /><Relationship Type="http://schemas.openxmlformats.org/officeDocument/2006/relationships/notesSlide" Target="/ppt/notesSlides/notesSlide2.xml" Id="Rd44b86a9d5e044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c3b14ffe72402f" /><Relationship Type="http://schemas.openxmlformats.org/officeDocument/2006/relationships/image" Target="/ppt/media/image4.png" Id="Ra9d862fcfd8c4592" /><Relationship Type="http://schemas.openxmlformats.org/officeDocument/2006/relationships/notesSlide" Target="/ppt/notesSlides/notesSlide3.xml" Id="Rc526f8a3ccda45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93f944f7dc4b03" /><Relationship Type="http://schemas.openxmlformats.org/officeDocument/2006/relationships/image" Target="/ppt/media/image5.png" Id="Rd62d90124f824090" /><Relationship Type="http://schemas.openxmlformats.org/officeDocument/2006/relationships/notesSlide" Target="/ppt/notesSlides/notesSlide4.xml" Id="Ref2eb1710caf48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70b2d0cff2f4eae" /><Relationship Type="http://schemas.openxmlformats.org/officeDocument/2006/relationships/image" Target="/ppt/media/image6.png" Id="R05995775f0f34d62" /><Relationship Type="http://schemas.openxmlformats.org/officeDocument/2006/relationships/notesSlide" Target="/ppt/notesSlides/notesSlide5.xml" Id="Rb400188d2a7845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ec45daa81d46df" /><Relationship Type="http://schemas.openxmlformats.org/officeDocument/2006/relationships/image" Target="/ppt/media/image7.png" Id="R7ba8fa3471cb4b11" /><Relationship Type="http://schemas.openxmlformats.org/officeDocument/2006/relationships/notesSlide" Target="/ppt/notesSlides/notesSlide6.xml" Id="R741fc9df96e940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3784cd0bdf4cd6" /><Relationship Type="http://schemas.openxmlformats.org/officeDocument/2006/relationships/image" Target="/ppt/media/image8.png" Id="R1c631e8b7fbd4b2c" /><Relationship Type="http://schemas.openxmlformats.org/officeDocument/2006/relationships/notesSlide" Target="/ppt/notesSlides/notesSlide7.xml" Id="Rb741ab61a1e247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1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8F1652-A164-4177-AAF3-072DB9E8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64008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16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BC6DA1B-872C-4385-B1BC-BB5BB63F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1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TWO PROVIDERS / ONE WORKSPACE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6E9849C-8CBE-41B2-96D1-46225DDA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41832"/>
            <a:ext cx="10972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XHarness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CDF7EEF-A55B-4EC0-B0A0-84CC8682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10972800" cy="845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250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rPr>
              <a:t>ClaudeとCodexのサブスクを、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2250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rPr>
              <a:t>一つのハーネスで使う。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50798D-39DD-481C-9C25-B93FF4CF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3381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役割を分ける。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処理を見る。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成果をつなぐ。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840259-4120-4E00-934F-6CD0062E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00800"/>
            <a:ext cx="10789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Windows向けデスクトップアプリ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3F1E6E8-D515-417C-A978-6B35D50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01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324a137fe3442a"/>
          <a:stretch xmlns:a="http://schemas.openxmlformats.org/drawingml/2006/main"/>
        </p:blipFill>
        <p:spPr>
          <a:xfrm xmlns:a="http://schemas.openxmlformats.org/drawingml/2006/main">
            <a:off x="5572125" y="1796430"/>
            <a:ext cx="6048375" cy="387474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2D143B-DB86-4125-9F06-1E33F54A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124575"/>
            <a:ext cx="7477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保存済み実画面 / テスト用データ・旧検証版</a:t>
            </a:r>
          </a:p>
        </p:txBody>
      </p:sp>
    </p:spTree>
    <p:extLst>
      <p:ext uri="{BB962C8B-B14F-4D97-AF65-F5344CB8AC3E}">
        <p14:creationId xmlns:p14="http://schemas.microsoft.com/office/powerpoint/2010/main" val="5534939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C1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052DFF-2152-4949-A859-2CF39BC1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64008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16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3AF67F7-6BF8-4AAC-9BA3-3FE75D5E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1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CROSS-PROVIDER REVIEW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223641C-12D6-4015-9E85-E5C23FAC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41832"/>
            <a:ext cx="10972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実装とレビューを、別会社のモデルへ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5E29A2D-7030-4E97-B490-76A1C630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rPr>
              <a:t>書いたモデルとは別の視点で、変更を読む。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8E82183-E058-40DC-A0A1-B9128C18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3381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Claudeの実装をCodexへ。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Codexの実装はClaudeへ。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20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指摘を実装側へ戻し、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修正と再レビューへ。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8AA516F-CD24-4C6B-8DC9-2991AD0C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00800"/>
            <a:ext cx="10789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公式ワークフローは、既存Nodeテストを持つ単一課題に対応。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76450A9-3C01-44C6-A172-0BA636B9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02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728a4cd954c12"/>
          <a:stretch xmlns:a="http://schemas.openxmlformats.org/drawingml/2006/main"/>
        </p:blipFill>
        <p:spPr>
          <a:xfrm xmlns:a="http://schemas.openxmlformats.org/drawingml/2006/main">
            <a:off x="4143375" y="3246193"/>
            <a:ext cx="7477125" cy="575163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0f9e88d3348ed"/>
          <a:stretch xmlns:a="http://schemas.openxmlformats.org/drawingml/2006/main"/>
        </p:blipFill>
        <p:spPr>
          <a:xfrm xmlns:a="http://schemas.openxmlformats.org/drawingml/2006/main">
            <a:off x="4254089" y="4257675"/>
            <a:ext cx="7255697" cy="1819275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B9BFDA-677A-4129-B89B-638E6041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124575"/>
            <a:ext cx="7477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保存済みの担当選択・結果画面 / 現行は選択中のメインモデルで計画</a:t>
            </a:r>
          </a:p>
        </p:txBody>
      </p:sp>
    </p:spTree>
    <p:extLst>
      <p:ext uri="{BB962C8B-B14F-4D97-AF65-F5344CB8AC3E}">
        <p14:creationId xmlns:p14="http://schemas.microsoft.com/office/powerpoint/2010/main" val="7154373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C1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C31975B-93ED-42CE-8E57-BFD8EC2C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64008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16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ABE53B-EBD4-4DA3-B2A3-CB51B2F0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1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SEE THE HARNESS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38017B6-D378-48DA-BF3C-A5610211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41832"/>
            <a:ext cx="10972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LoopFlowで、AIとハーネスの動きを見る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FCE98E-B3BB-4571-BF34-D6B5C28E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rPr>
              <a:t>一周の流れが見えるから、AIの働き方を理解できる。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9AD5A1-AFB0-4A2D-938D-76E9E389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3381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文脈の組み立てから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通信・権限・実行・記録まで。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20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6つのSTEPで、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誰が何をしたかを追う。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B5F1AAA-2125-413C-A849-A8FA0B6F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00800"/>
            <a:ext cx="10789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TranscriptとLoopFlowを切り替えて、会話と処理を確認。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0D88542-4DF3-4CD9-BCD5-83E03F32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03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d862fcfd8c4592"/>
          <a:stretch xmlns:a="http://schemas.openxmlformats.org/drawingml/2006/main"/>
        </p:blipFill>
        <p:spPr>
          <a:xfrm xmlns:a="http://schemas.openxmlformats.org/drawingml/2006/main">
            <a:off x="4325566" y="2943225"/>
            <a:ext cx="7112742" cy="3162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ABDB81-E01A-46B2-ACF8-2D5BE7AC9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124575"/>
            <a:ext cx="7477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保存済み実画面 / テスト用データ・旧検証版</a:t>
            </a:r>
          </a:p>
        </p:txBody>
      </p:sp>
    </p:spTree>
    <p:extLst>
      <p:ext uri="{BB962C8B-B14F-4D97-AF65-F5344CB8AC3E}">
        <p14:creationId xmlns:p14="http://schemas.microsoft.com/office/powerpoint/2010/main" val="7659866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C1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DB5BF0-B7A3-41DD-80F9-E7144334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64008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16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05235CA-BEAE-4895-A6EE-026FBCA2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1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PORTABLE EXECUTION STORY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8CFB2E3-C2B2-49E9-8595-24F8091B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41832"/>
            <a:ext cx="10972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処理の中身を、HTMLで持ち出す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324B22-2CAC-4EF2-BE18-66465C43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rPr>
              <a:t>アプリを閉じても、モデルへの入力と応答を読める。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06BA8B2-577C-466C-A65B-3E1D9735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3381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親・子の会話とSTEPを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一つの静的HTMLへ。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20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LLM通信は色で強調。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番号ごとに折りたたみ、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必要な記録だけ読む。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B0ECE06-2FE2-458C-8258-C3536EDD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00800"/>
            <a:ext cx="10789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保存範囲内の記録を閲覧。ブラウザだけで開け、処理は再実行しません。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AFE1F5D-DED9-41FD-A050-B4CE42F0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04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d90124f824090"/>
          <a:stretch xmlns:a="http://schemas.openxmlformats.org/drawingml/2006/main"/>
        </p:blipFill>
        <p:spPr>
          <a:xfrm xmlns:a="http://schemas.openxmlformats.org/drawingml/2006/main">
            <a:off x="4143375" y="3069734"/>
            <a:ext cx="7477125" cy="2909281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507AE4-FA59-4B6A-8EAB-213ACD9D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124575"/>
            <a:ext cx="7477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実際のHTML出力画面 / デモ記録・模擬通信</a:t>
            </a:r>
          </a:p>
        </p:txBody>
      </p:sp>
    </p:spTree>
    <p:extLst>
      <p:ext uri="{BB962C8B-B14F-4D97-AF65-F5344CB8AC3E}">
        <p14:creationId xmlns:p14="http://schemas.microsoft.com/office/powerpoint/2010/main" val="5135370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C1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D94B355-4A2E-4F71-A1D0-254B662F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64008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16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A5A1B7-A9ED-4093-B9BB-1DC5E361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1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EXPLICIT RESULT HANDOFF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D584E03-089B-429B-B02B-2196A469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41832"/>
            <a:ext cx="10972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完了した結果を、同じプロジェクトの別会話へ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82DBB9E-7FB1-432C-A7D7-889FE9F3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rPr>
              <a:t>調査の結論を、次の仕事の参考に。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BD830C-47F9-48B2-ACD7-D0B92A0E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3381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確定した最終回答を選び、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出典と本文を確認して渡す。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20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受け取るだけではAIは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動かない。次の依頼と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一緒に参考として使う。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3A23EC9-1824-4F29-A3C0-7BD079A1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00800"/>
            <a:ext cx="10789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同じプロジェクト内に限定。権限・system・認証情報は引き継ぎません。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783785B-2B61-4CDF-8B49-269841EE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05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95775f0f34d62"/>
          <a:stretch xmlns:a="http://schemas.openxmlformats.org/drawingml/2006/main"/>
        </p:blipFill>
        <p:spPr>
          <a:xfrm xmlns:a="http://schemas.openxmlformats.org/drawingml/2006/main">
            <a:off x="4801989" y="2943225"/>
            <a:ext cx="6159897" cy="31623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213FB4-AFCC-4659-A24B-2CBF7678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124575"/>
            <a:ext cx="7477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保存済み実画面 / テスト用データ・旧検証版</a:t>
            </a:r>
          </a:p>
        </p:txBody>
      </p:sp>
    </p:spTree>
    <p:extLst>
      <p:ext uri="{BB962C8B-B14F-4D97-AF65-F5344CB8AC3E}">
        <p14:creationId xmlns:p14="http://schemas.microsoft.com/office/powerpoint/2010/main" val="12999956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A393683-B07E-4A5D-8A6A-AD83DFAA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64008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16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E80575-6B8E-4AE8-B8A8-5154183A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1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OPT-IN QUOTA RESUME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67CC2D5-858B-4B3C-8E54-9C9CB10E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41832"/>
            <a:ext cx="10972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利用枠を待ち、同じタスクから再開する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60734B2-436B-444D-B428-A7692C80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rPr>
              <a:t>枠切れのたびに、依頼を入力し直さなくてよい。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A62595-12E0-4F74-8F3F-06AD8825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3381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観測した回復時刻をもとに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枠待ちを保存。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20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対象タスクだけ再開を有効に。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待機はいつでも取り消せる。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548D3A5-9527-4F1B-8935-08C2709E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00800"/>
            <a:ext cx="10789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既存通常会話の対応経路に限定。公式workflow途中の自動再開は対象外。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0828878-BB5E-4E89-BAC4-53924786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06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8fa3471cb4b11"/>
          <a:stretch xmlns:a="http://schemas.openxmlformats.org/drawingml/2006/main"/>
        </p:blipFill>
        <p:spPr>
          <a:xfrm xmlns:a="http://schemas.openxmlformats.org/drawingml/2006/main">
            <a:off x="4143375" y="3816977"/>
            <a:ext cx="7477125" cy="1414797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85B91-590C-4F76-AA58-54AB0341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124575"/>
            <a:ext cx="7477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枠待ちを取り消した実画面 / 模擬データ。待機中・再開成功の画面ではありません</a:t>
            </a:r>
          </a:p>
        </p:txBody>
      </p:sp>
    </p:spTree>
    <p:extLst>
      <p:ext uri="{BB962C8B-B14F-4D97-AF65-F5344CB8AC3E}">
        <p14:creationId xmlns:p14="http://schemas.microsoft.com/office/powerpoint/2010/main" val="19197425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C11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9CAB952-6810-4EE6-89C1-9215DD2D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64008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16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C2A436D-728B-4452-8A99-278CFB22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1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FOLLOW THE DELEGATION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B1FD7C-4E0B-4171-8AA7-BBC9E46B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941832"/>
            <a:ext cx="10972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700" b="1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親と子のやり取りまで、ひとつの記録に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AD8AC02-0D5D-4668-9BB8-2CF4835B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1">
                <a:solidFill>
                  <a:srgbClr val="F6A356"/>
                </a:solidFill>
                <a:latin typeface="Noto Sans CJK JP"/>
                <a:ea typeface="Noto Sans CJK JP"/>
                <a:cs typeface="Noto Sans CJK JP"/>
              </a:rPr>
              <a:t>誰に何を任せたかを、入力と応答からたどる。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29B3433-927E-4505-B983-844CA53B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08960"/>
            <a:ext cx="3381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委託元の記録から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子エージェントの処理へ。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20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t/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子への依頼と返答を見て、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LLMとハーネスの役割を</a:t>
            </a:r>
          </a:p>
          <a:p xmlns:a="http://schemas.openxmlformats.org/drawingml/2006/main">
            <a:pPr>
              <a:spcAft>
                <a:spcPts val="900"/>
              </a:spcAft>
              <a:buNone/>
              <a:def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00" b="0">
                <a:solidFill>
                  <a:srgbClr val="F4F6FA"/>
                </a:solidFill>
                <a:latin typeface="Noto Sans CJK JP"/>
                <a:ea typeface="Noto Sans CJK JP"/>
                <a:cs typeface="Noto Sans CJK JP"/>
              </a:rPr>
              <a:t>具体的に理解できる。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3B4048C-BF80-43B1-91BF-99EFD01B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00800"/>
            <a:ext cx="10789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200" b="0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記録済みの委託関係を表示。自由な双方向セッション会話を示すものではありません。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7CB04F9-1865-438D-89F6-59D9E422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6400800"/>
            <a:ext cx="548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900"/>
              </a:spcAft>
              <a:buNone/>
              <a:defRPr sz="1200" b="0">
                <a:solidFill>
                  <a:srgbClr val="F2A16A"/>
                </a:solidFill>
                <a:latin typeface="Noto Sans CJK JP"/>
                <a:ea typeface="Noto Sans CJK JP"/>
                <a:cs typeface="Noto Sans CJK JP"/>
              </a:defRPr>
            </a:pPr>
            <a:r>
              <a:t>07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631e8b7fbd4b2c"/>
          <a:stretch xmlns:a="http://schemas.openxmlformats.org/drawingml/2006/main"/>
        </p:blipFill>
        <p:spPr>
          <a:xfrm xmlns:a="http://schemas.openxmlformats.org/drawingml/2006/main">
            <a:off x="4667030" y="2943225"/>
            <a:ext cx="6429815" cy="31623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82E399-F600-4B2C-82AC-40393D7F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124575"/>
            <a:ext cx="7477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125">
                <a:solidFill>
                  <a:srgbClr val="A6B4C8"/>
                </a:solidFill>
                <a:latin typeface="Noto Sans CJK JP"/>
                <a:ea typeface="Noto Sans CJK JP"/>
                <a:cs typeface="Noto Sans CJK JP"/>
              </a:rPr>
              <a:t>実際のHTML出力画面 / 子のデモ記録・模擬通信</a:t>
            </a:r>
          </a:p>
        </p:txBody>
      </p:sp>
    </p:spTree>
    <p:extLst>
      <p:ext uri="{BB962C8B-B14F-4D97-AF65-F5344CB8AC3E}">
        <p14:creationId xmlns:p14="http://schemas.microsoft.com/office/powerpoint/2010/main" val="158838163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2026-10-08T02:01:57.4390000Z</dcterms:created>
  <dcterms:modified xsi:type="dcterms:W3CDTF">2026-10-08T02:01:57.4390000Z</dcterms:modified>
</coreProperties>
</file>