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18cc5985446fa" /><Relationship Type="http://schemas.openxmlformats.org/officeDocument/2006/relationships/extended-properties" Target="/docProps/app.xml" Id="R7a651bcdcd8f40e7" /><Relationship Type="http://schemas.openxmlformats.org/officeDocument/2006/relationships/officeDocument" Target="/ppt/presentation.xml" Id="R6d51513a8ef9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54c728d7c4670"/>
  </p:sldMasterIdLst>
  <p:notesMasterIdLst>
    <p:notesMasterId xmlns:r="http://schemas.openxmlformats.org/officeDocument/2006/relationships" r:id="R6a0cfa89cda047a1"/>
  </p:notesMasterIdLst>
  <p:sldIdLst>
    <p:sldId xmlns:r="http://schemas.openxmlformats.org/officeDocument/2006/relationships" id="256" r:id="R5b4c8ef4fc2a4ae7"/>
    <p:sldId xmlns:r="http://schemas.openxmlformats.org/officeDocument/2006/relationships" id="257" r:id="R144ea369c32645b8"/>
    <p:sldId xmlns:r="http://schemas.openxmlformats.org/officeDocument/2006/relationships" id="258" r:id="R31fc3ae4e99c4806"/>
    <p:sldId xmlns:r="http://schemas.openxmlformats.org/officeDocument/2006/relationships" id="259" r:id="Rcba373bdfa1d42d8"/>
    <p:sldId xmlns:r="http://schemas.openxmlformats.org/officeDocument/2006/relationships" id="260" r:id="R2070d9e1497748d0"/>
    <p:sldId xmlns:r="http://schemas.openxmlformats.org/officeDocument/2006/relationships" id="261" r:id="Rda1cb892ac7c4c0a"/>
    <p:sldId xmlns:r="http://schemas.openxmlformats.org/officeDocument/2006/relationships" id="262" r:id="R97a5cfbc8c924d53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3ef5d1445448d" /><Relationship Type="http://schemas.openxmlformats.org/officeDocument/2006/relationships/slideMaster" Target="/ppt/slideMasters/slideMaster1.xml" Id="R2f254c728d7c4670" /><Relationship Type="http://schemas.openxmlformats.org/officeDocument/2006/relationships/notesMaster" Target="/ppt/notesMasters/notesMaster1.xml" Id="R6a0cfa89cda047a1" /><Relationship Type="http://schemas.openxmlformats.org/officeDocument/2006/relationships/presProps" Target="/ppt/presProps.xml" Id="Rc4c5557c3ae74c9e" /><Relationship Type="http://schemas.openxmlformats.org/officeDocument/2006/relationships/viewProps" Target="/ppt/viewProps.xml" Id="R2a857fd89aa84e19" /><Relationship Type="http://schemas.openxmlformats.org/officeDocument/2006/relationships/tableStyles" Target="/ppt/tableStyles.xml" Id="Rb0879b5a8d134768" /><Relationship Type="http://schemas.openxmlformats.org/officeDocument/2006/relationships/slide" Target="/ppt/slides/slide1.xml" Id="R5b4c8ef4fc2a4ae7" /><Relationship Type="http://schemas.openxmlformats.org/officeDocument/2006/relationships/slide" Target="/ppt/slides/slide2.xml" Id="R144ea369c32645b8" /><Relationship Type="http://schemas.openxmlformats.org/officeDocument/2006/relationships/slide" Target="/ppt/slides/slide3.xml" Id="R31fc3ae4e99c4806" /><Relationship Type="http://schemas.openxmlformats.org/officeDocument/2006/relationships/slide" Target="/ppt/slides/slide4.xml" Id="Rcba373bdfa1d42d8" /><Relationship Type="http://schemas.openxmlformats.org/officeDocument/2006/relationships/slide" Target="/ppt/slides/slide5.xml" Id="R2070d9e1497748d0" /><Relationship Type="http://schemas.openxmlformats.org/officeDocument/2006/relationships/slide" Target="/ppt/slides/slide6.xml" Id="Rda1cb892ac7c4c0a" /><Relationship Type="http://schemas.openxmlformats.org/officeDocument/2006/relationships/slide" Target="/ppt/slides/slide7.xml" Id="R97a5cfbc8c92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930c01852e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e2607c5904e57" /><Relationship Type="http://schemas.openxmlformats.org/officeDocument/2006/relationships/notesMaster" Target="/ppt/notesMasters/notesMaster1.xml" Id="Rf8f3072779ae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17f7626050463f" /><Relationship Type="http://schemas.openxmlformats.org/officeDocument/2006/relationships/notesMaster" Target="/ppt/notesMasters/notesMaster1.xml" Id="R5dac11dbbbc3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d1e2abcd14645" /><Relationship Type="http://schemas.openxmlformats.org/officeDocument/2006/relationships/notesMaster" Target="/ppt/notesMasters/notesMaster1.xml" Id="Re407306cf1664e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55a15089654641" /><Relationship Type="http://schemas.openxmlformats.org/officeDocument/2006/relationships/notesMaster" Target="/ppt/notesMasters/notesMaster1.xml" Id="Rec369bc1bef14a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219bdaadf4283" /><Relationship Type="http://schemas.openxmlformats.org/officeDocument/2006/relationships/notesMaster" Target="/ppt/notesMasters/notesMaster1.xml" Id="Rc5827df0948848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49cda95d1427f" /><Relationship Type="http://schemas.openxmlformats.org/officeDocument/2006/relationships/notesMaster" Target="/ppt/notesMasters/notesMaster1.xml" Id="R292d6d656de34f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73070e0af34e66" /><Relationship Type="http://schemas.openxmlformats.org/officeDocument/2006/relationships/notesMaster" Target="/ppt/notesMasters/notesMaster1.xml" Id="R3a8b42664a6043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docs/codex-prerelease-live-20261008.md。基準HEAD 27262a3の未コミット差分から作成したv3配布物。Codex CLI 0.162.0-alpha.20、Claude SDK 0.3.293。合成課題の実通信画面。D:/AIwork/Xharness/.out/codex-alpha20-live-20261008/screenshots/haiku-conversation.jpg。画像内容の改変なし、切り出しのみ。両方向の実装・独立テスト・別会社レビューが完了。指摘は0件のため修正サイクル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docs/codex-prerelease-live-20261008.md。基準HEAD 27262a3の未コミット差分から作成したv3配布物。Codex CLI 0.162.0-alpha.20、Claude SDK 0.3.293。合成課題の実通信画面。D:/AIwork/Xharness/.out/codex-alpha20-live-20261008/screenshots/claude-completed.jpg。画像内容の改変なし、切り出しのみ。両方向の実装・独立テスト・別会社レビューが完了。指摘は0件のため修正サイクル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docs/codex-prerelease-live-20261008.md。基準HEAD 27262a3の未コミット差分から作成したv3配布物。Codex CLI 0.162.0-alpha.20、Claude SDK 0.3.293。合成課題の実通信画面。D:/AIwork/Xharness/.out/codex-alpha20-live-20261008/screenshots/codex-completed.jpg。画像内容の改変なし、切り出しのみ。両方向の実装・独立テスト・別会社レビューが完了。指摘は0件のため修正サイクル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元資料を保持。実際のHTML出力画面 / デモ記録・模擬通信。D:/AIwork/Xharness/.out/presentation-revision-20261008/build/report-success.png。通常workflowと旧経路は対応範囲が異なる。今回の通常workflowで結果受け渡しは拒否。枠待ち再開と子エージェント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元資料を保持。旧経路の模擬画面 / 現在の通常workflowでは利用不可。C:/Users/ahwri/Documents/Codex/2026-10-05/task/Xharness-connections/.out/limited-98496fb-packaged-gui/handoffs-fake-result-deliv-92c6b-er-reload-without-execution-packaged/handoff-inbox.png。通常workflowと旧経路は対応範囲が異なる。今回の通常workflowで結果受け渡しは拒否。枠待ち再開と子エージェント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元資料を保持。枠待ちを取り消した実画面 / 模擬データ。待機中・再開成功の画面ではありません。C:/Users/ahwri/Documents/Codex/2026-10-05/task/Xharness-connections/.out/limited-98496fb-packaged-gui/quota-resume-fake-quota-UI-d758d-d-exposes-opt-in-and-cancel-packaged/quota-cancelled.png。通常workflowと旧経路は対応範囲が異なる。今回の通常workflowで結果受け渡しは拒否。枠待ち再開と子エージェント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元資料を保持。実際のHTML出力画面 / 子のデモ記録・模擬通信。D:/AIwork/Xharness/.out/presentation-revision-20261008/build/report-child.png。通常workflowと旧経路は対応範囲が異なる。今回の通常workflowで結果受け渡しは拒否。枠待ち再開と子エージェントは今回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c584fb2bb4d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fc6f0b0bd43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66524732441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da4528b2f46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044b9f27e49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ffc8aef5548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9d917dad54b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934b8b83441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7e653f9574d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f9ca3952a43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dcf08d0644e0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C6D18-2267-49FE-BF1C-202DCBA1D0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02D6D6-B53B-4BBF-BED5-90CEDA7A35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26365E-46A1-42CA-831F-7E77458527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7F2C53-3C04-4EFE-9C44-A3B7A21A1C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D1BEBB-0135-45F2-88CC-53DE010E22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52D2A3-3BC6-455C-BCA9-1E831AFEE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81B76-215F-4C08-B717-2CDBE9E71C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8627BB-7532-4245-81C6-8200C21E28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410867-F68D-41FE-BFA3-F8043A341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6A87CF-580E-4343-8196-4BEE91E57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5AB7A-8D1B-490C-A799-DAD3103E3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F64914-F3C2-438F-B795-562966DC7B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4495CA-FC98-4293-8CAE-086C007EA9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2D994E-428B-42E9-8FC4-5D0B0F9822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7766E5-955F-4055-9B3C-7E588E5040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05CC15-FCE8-4692-9C9F-E56F94251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9558FB-CB98-4675-8027-FFDC79213A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01713B3-F5D2-41B3-B9C1-35F20A6979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14FEB3-F080-4D56-BBEF-72FB96810E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4655B7-E367-4565-9D58-0A55F022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9070774-86B6-48D3-9C44-38747C56E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5DEEC8-32A4-47BF-B6A8-1A1D6B5FC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6E0653-5F5B-405F-9F75-2E44AD408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5AFADDA-1C31-4E34-85F6-1E177DE4D2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BCF5B38-A728-4CF2-9E46-37A0B32421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C748111-BF38-4C5C-9475-3326834A6E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D6470A1-1845-40FE-B7F8-96160E84B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56AE5D5-DCD3-49A2-8C74-C5232B2523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D1FC78F-C79B-4A13-AEBD-05E0A2DF2B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003EED-B0BB-4269-8BCC-648959A56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05108A8-F245-4CA0-B93D-D29A3B171B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871CEF5-567F-4FFA-B0F1-3648DBE26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DD5C59E-A777-49E3-9E72-2F9355FF5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EF7A4A7-076F-4FD8-A722-3462F39DE4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A4BDD0-0BB2-4D88-A8DE-B609013AC3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C0D5CB0-C27C-4C8E-B307-877B1B1985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DD3ED1-1EFF-4155-90AB-5B3EB445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026B85-CF64-41D1-A465-8015456C4C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0E4A46-6965-45D7-99F5-441FD043EC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901EF4-A571-4D96-B7AA-3CF68F4D6E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59886A-C517-4EA6-9E4A-BC7BDD881C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C9431A-7FE7-4AF8-94FB-B91E45240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92AA2-A7A3-4186-938E-DF677C18F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C0D2F2F-063A-426D-9810-D849D5B564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D7A8619-391D-452A-AF7E-64A0EF884E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CF8C363-2B09-4587-BCE1-F2AC79D370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2869D-744E-4D6A-88B4-E73F0E655A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621DB29-A36F-4C22-8CEE-755DED378F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3737DF-5F51-43E2-851D-E1781E1A2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C126A1-5CD4-422F-8674-337E2B0BE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A0E282-A577-429C-9820-E720C753F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961655-EFAE-48D1-BD03-01B92D00B7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BE980-213C-49B6-A913-28E898E3C8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E153CB-5FCC-490F-81E6-2ADBD4471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E490AA-019F-491D-B798-AC718351A1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50E032-83CA-40A9-8D49-E83538D9A0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7A4AF8-5B29-4DD8-A84A-F9F92452C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DCDE9F-CCA0-4F9A-8748-AC747ECC84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70415503e4af1" /><Relationship Type="http://schemas.openxmlformats.org/officeDocument/2006/relationships/slideLayout" Target="/ppt/slideLayouts/slideLayout1.xml" Id="R6c8942f00f5f40a8" /><Relationship Type="http://schemas.openxmlformats.org/officeDocument/2006/relationships/slideLayout" Target="/ppt/slideLayouts/slideLayout2.xml" Id="R482aa4b453e44db8" /><Relationship Type="http://schemas.openxmlformats.org/officeDocument/2006/relationships/slideLayout" Target="/ppt/slideLayouts/slideLayout3.xml" Id="R29089d0d0db24177" /><Relationship Type="http://schemas.openxmlformats.org/officeDocument/2006/relationships/slideLayout" Target="/ppt/slideLayouts/slideLayout4.xml" Id="Re31e04483346486e" /><Relationship Type="http://schemas.openxmlformats.org/officeDocument/2006/relationships/slideLayout" Target="/ppt/slideLayouts/slideLayout5.xml" Id="Rd2c27773bc1245f7" /><Relationship Type="http://schemas.openxmlformats.org/officeDocument/2006/relationships/slideLayout" Target="/ppt/slideLayouts/slideLayout6.xml" Id="R23db868c3b544e3f" /><Relationship Type="http://schemas.openxmlformats.org/officeDocument/2006/relationships/slideLayout" Target="/ppt/slideLayouts/slideLayout7.xml" Id="Rac01b1ebda434537" /><Relationship Type="http://schemas.openxmlformats.org/officeDocument/2006/relationships/slideLayout" Target="/ppt/slideLayouts/slideLayout8.xml" Id="Rf3c712bb7e594c22" /><Relationship Type="http://schemas.openxmlformats.org/officeDocument/2006/relationships/slideLayout" Target="/ppt/slideLayouts/slideLayout9.xml" Id="Rb1b996614a694396" /><Relationship Type="http://schemas.openxmlformats.org/officeDocument/2006/relationships/slideLayout" Target="/ppt/slideLayouts/slideLayout10.xml" Id="R3a9a59cde8514472" /><Relationship Type="http://schemas.openxmlformats.org/officeDocument/2006/relationships/slideLayout" Target="/ppt/slideLayouts/slideLayout11.xml" Id="R51bc203eb9cf43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45241D4-667F-4135-AA99-1F26B513C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0C90D9-F34B-4BAC-9FF6-27EC431A6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906129-7A3C-45BC-8892-CC50827A330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93CFA8-2587-46AE-BA98-8295114224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D0261E-8318-4365-890C-864790DEF0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8942f00f5f40a8"/>
    <p:sldLayoutId xmlns:r="http://schemas.openxmlformats.org/officeDocument/2006/relationships" id="2147483650" r:id="R482aa4b453e44db8"/>
    <p:sldLayoutId xmlns:r="http://schemas.openxmlformats.org/officeDocument/2006/relationships" id="2147483651" r:id="R29089d0d0db24177"/>
    <p:sldLayoutId xmlns:r="http://schemas.openxmlformats.org/officeDocument/2006/relationships" id="2147483652" r:id="Re31e04483346486e"/>
    <p:sldLayoutId xmlns:r="http://schemas.openxmlformats.org/officeDocument/2006/relationships" id="2147483653" r:id="Rd2c27773bc1245f7"/>
    <p:sldLayoutId xmlns:r="http://schemas.openxmlformats.org/officeDocument/2006/relationships" id="2147483654" r:id="R23db868c3b544e3f"/>
    <p:sldLayoutId xmlns:r="http://schemas.openxmlformats.org/officeDocument/2006/relationships" id="2147483655" r:id="Rac01b1ebda434537"/>
    <p:sldLayoutId xmlns:r="http://schemas.openxmlformats.org/officeDocument/2006/relationships" id="2147483656" r:id="Rf3c712bb7e594c22"/>
    <p:sldLayoutId xmlns:r="http://schemas.openxmlformats.org/officeDocument/2006/relationships" id="2147483657" r:id="Rb1b996614a694396"/>
    <p:sldLayoutId xmlns:r="http://schemas.openxmlformats.org/officeDocument/2006/relationships" id="2147483658" r:id="R3a9a59cde8514472"/>
    <p:sldLayoutId xmlns:r="http://schemas.openxmlformats.org/officeDocument/2006/relationships" id="2147483659" r:id="R51bc203eb9cf433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0177064a204155" /><Relationship Type="http://schemas.openxmlformats.org/officeDocument/2006/relationships/image" Target="/ppt/media/image.jpeg" Id="R0d2358dab54b47c5" /><Relationship Type="http://schemas.openxmlformats.org/officeDocument/2006/relationships/notesSlide" Target="/ppt/notesSlides/notesSlide1.xml" Id="Rcbf1d93781ac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aea5c4d2ce45f6" /><Relationship Type="http://schemas.openxmlformats.org/officeDocument/2006/relationships/image" Target="/ppt/media/image.png" Id="R3ffbde8687ec489e" /><Relationship Type="http://schemas.openxmlformats.org/officeDocument/2006/relationships/notesSlide" Target="/ppt/notesSlides/notesSlide2.xml" Id="Rcc6ebf78ed29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07e7efca5d4cef" /><Relationship Type="http://schemas.openxmlformats.org/officeDocument/2006/relationships/image" Target="/ppt/media/image2.png" Id="Rfb398929ad204c46" /><Relationship Type="http://schemas.openxmlformats.org/officeDocument/2006/relationships/notesSlide" Target="/ppt/notesSlides/notesSlide3.xml" Id="R5ebd06d3899b4e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d10fb3e0f2441e" /><Relationship Type="http://schemas.openxmlformats.org/officeDocument/2006/relationships/image" Target="/ppt/media/image3.png" Id="R722c3272055e4174" /><Relationship Type="http://schemas.openxmlformats.org/officeDocument/2006/relationships/notesSlide" Target="/ppt/notesSlides/notesSlide4.xml" Id="R8494e0a0997b41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9e5439b26c4f93" /><Relationship Type="http://schemas.openxmlformats.org/officeDocument/2006/relationships/image" Target="/ppt/media/image4.png" Id="Ra8ff5fc8a6e647ad" /><Relationship Type="http://schemas.openxmlformats.org/officeDocument/2006/relationships/notesSlide" Target="/ppt/notesSlides/notesSlide5.xml" Id="R97272007aeb944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177298f807402f" /><Relationship Type="http://schemas.openxmlformats.org/officeDocument/2006/relationships/image" Target="/ppt/media/image5.png" Id="R903fbeb1774a4000" /><Relationship Type="http://schemas.openxmlformats.org/officeDocument/2006/relationships/notesSlide" Target="/ppt/notesSlides/notesSlide6.xml" Id="Raccabf287ee5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cd047031bb44db" /><Relationship Type="http://schemas.openxmlformats.org/officeDocument/2006/relationships/image" Target="/ppt/media/image6.png" Id="R199bdf3c45d6443f" /><Relationship Type="http://schemas.openxmlformats.org/officeDocument/2006/relationships/notesSlide" Target="/ppt/notesSlides/notesSlide7.xml" Id="R7c41bfbb2ccf4b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8F1652-A164-4177-AAF3-072DB9E8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BC6DA1B-872C-4385-B1BC-BB5BB63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TWO PROVIDERS / ONE WORKSPACE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E9849C-8CBE-41B2-96D1-46225DDA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XHarness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DF7EEF-A55B-4EC0-B0A0-84CC868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845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250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ClaudeとCodexのサブスクを、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250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一つのハーネスで使う。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50798D-39DD-481C-9C25-B93FF4CF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役割を分ける。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処理を見る。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成果をつなぐ。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840259-4120-4E00-934F-6CD0062E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Windows向けデスクトップアプリ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F1E6E8-D515-417C-A978-6B35D50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D143B-DB86-4125-9F06-1E33F54A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2026-10-08撮影 / Haiku 5.5との通常会話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1F4F1-210E-4336-9271-8A5E09B9A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358dab54b47c5"/>
          <a:stretch xmlns:a="http://schemas.openxmlformats.org/drawingml/2006/main"/>
        </p:blipFill>
        <p:spPr>
          <a:xfrm xmlns:a="http://schemas.openxmlformats.org/drawingml/2006/main">
            <a:off x="5721242" y="2124075"/>
            <a:ext cx="5607267" cy="3590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93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052DFF-2152-4949-A859-2CF39BC1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AF67F7-6BF8-4AAC-9BA3-3FE75D5E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CROSS-PROVIDER REVIEW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23641C-12D6-4015-9E85-E5C23FA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実装とレビューを、別会社のモデルへ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E29A2D-7030-4E97-B490-76A1C630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書いたモデルとは別の視点で、変更を読む。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E82183-E058-40DC-A0A1-B9128C1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Claudeの実装をCodexへ。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Codexの実装はClaudeへ。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指摘を実装側へ戻し、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修正と再レビューへ。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AA516F-CD24-4C6B-8DC9-2991AD0C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通常の作業は、既存Nodeテストを持つ単一課題に対応。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76450A9-3C01-44C6-A172-0BA636B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9BFDA-677A-4129-B89B-638E604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実通信の画面 / Claude Opus 5.5実装・Codexレビュー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50F59-A262-418F-8321-779740409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bde8687ec489e"/>
          <a:stretch xmlns:a="http://schemas.openxmlformats.org/drawingml/2006/main"/>
        </p:blipFill>
        <p:spPr>
          <a:xfrm xmlns:a="http://schemas.openxmlformats.org/drawingml/2006/main">
            <a:off x="5019926" y="2743200"/>
            <a:ext cx="5895474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7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31975B-93ED-42CE-8E57-BFD8EC2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ABE53B-EBD4-4DA3-B2A3-CB51B2F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SEE THE HARNESS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8017B6-D378-48DA-BF3C-A561021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LoopFlowで、AIとハーネスの動きを見る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FCE98E-B3BB-4571-BF34-D6B5C28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通常のワークフローを、担当と工程で確認する。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9AD5A1-AFB0-4A2D-938D-76E9E38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6429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defPPr>
          </a:lstStyle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モデルは計画と回答を生成。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公式実行基盤がツールを実行。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ハーネスは承認の確認、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独立テスト・Git・記録を担当。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B5F1AAA-2125-413C-A849-A8FA0B6F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最新の保存workflowを表示。質問で不要な工程を完了扱いにしません。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D88542-4DF3-4CD9-BCD5-83E03F3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BDB81-E01A-46B2-ACF8-2D5BE7AC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124575"/>
            <a:ext cx="4314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実通信の画面 / Codex実装・Haiku 5.5レビュー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A78E-C229-4BD4-A7BB-FF53B19AF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98929ad204c46"/>
          <a:stretch xmlns:a="http://schemas.openxmlformats.org/drawingml/2006/main"/>
        </p:blipFill>
        <p:spPr>
          <a:xfrm xmlns:a="http://schemas.openxmlformats.org/drawingml/2006/main">
            <a:off x="7710488" y="1952625"/>
            <a:ext cx="3581400" cy="4029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86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DB5BF0-B7A3-41DD-80F9-E7144334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5235CA-BEAE-4895-A6EE-026FBCA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PORTABLE EXECUTION STORY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CFB2E3-C2B2-49E9-8595-24F8091B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処理の中身を、HTMLで持ち出す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324B22-2CAC-4EF2-BE18-66465C43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アプリを閉じても、モデルへの入力と応答を読める。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6BA8B2-577C-466C-A65B-3E1D973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親・子の会話とSTEPを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一つの静的HTMLへ。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LLM通信は色で強調。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番号ごとに折りたたみ、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必要な記録だけ読む。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B0ECE06-2FE2-458C-8258-C3536ED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画面は旧経路のデモ記録。通常workflowでは保存済みの証跡を閲覧します。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FE1F5D-DED9-41FD-A050-B4CE42F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04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0EF87-7F98-46E3-9A4C-A3E58ADBB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c3272055e4174"/>
          <a:stretch xmlns:a="http://schemas.openxmlformats.org/drawingml/2006/main"/>
        </p:blipFill>
        <p:spPr>
          <a:xfrm xmlns:a="http://schemas.openxmlformats.org/drawingml/2006/main">
            <a:off x="4143375" y="3069734"/>
            <a:ext cx="7477125" cy="2909281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07AE4-FA59-4B6A-8EAB-213ACD9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実際のHTML出力画面 / デモ記録・模擬通信</a:t>
            </a:r>
          </a:p>
        </p:txBody>
      </p:sp>
    </p:spTree>
    <p:extLst>
      <p:ext uri="{BB962C8B-B14F-4D97-AF65-F5344CB8AC3E}">
        <p14:creationId xmlns:p14="http://schemas.microsoft.com/office/powerpoint/2010/main" val="513537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94B355-4A2E-4F71-A1D0-254B662F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A5A1B7-A9ED-4093-B9BB-1DC5E361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EXPLICIT RESULT HANDOFF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584E03-089B-429B-B02B-2196A469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完了した結果を、同じプロジェクトの別会話へ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82DBB9E-7FB1-432C-A7D7-889FE9F3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調査の結論を、次の仕事の参考に。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BD830C-47F9-48B2-ACD7-D0B92A0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確定した最終回答を選び、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出典と本文を確認して渡す。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受け取るだけではAIは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動かない。次の依頼と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一緒に参考として使う。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A23EC9-1824-4F29-A3C0-7BD079A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旧実行経路の機能。現在の通常workflowでは完了結果の受け渡しに未対応。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783785B-2B61-4CDF-8B49-269841E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05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9C7FC-274B-4AD7-A734-3B87FE4B2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f5fc8a6e647ad"/>
          <a:stretch xmlns:a="http://schemas.openxmlformats.org/drawingml/2006/main"/>
        </p:blipFill>
        <p:spPr>
          <a:xfrm xmlns:a="http://schemas.openxmlformats.org/drawingml/2006/main">
            <a:off x="4801989" y="2943225"/>
            <a:ext cx="6159897" cy="3162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13FB4-AFCC-4659-A24B-2CBF767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旧経路の模擬画面 / 現在の通常workflowでは利用不可</a:t>
            </a:r>
          </a:p>
        </p:txBody>
      </p:sp>
    </p:spTree>
    <p:extLst>
      <p:ext uri="{BB962C8B-B14F-4D97-AF65-F5344CB8AC3E}">
        <p14:creationId xmlns:p14="http://schemas.microsoft.com/office/powerpoint/2010/main" val="1299995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393683-B07E-4A5D-8A6A-AD83DFA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BE80575-6B8E-4AE8-B8A8-5154183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OPT-IN QUOTA RESUME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7CC2D5-858B-4B3C-8E54-9C9CB10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利用枠を待ち、同じタスクから再開する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0734B2-436B-444D-B428-A7692C80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枠切れのたびに、依頼を入力し直さなくてよい。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A62595-12E0-4F74-8F3F-06AD882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観測した回復時刻をもとに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枠待ちを保存。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対象タスクだけ再開を有効に。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待機はいつでも取り消せる。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48D3A5-9527-4F1B-8935-08C2709E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旧実行経路の対応機能。現在の通常workflowは自動再開の対象外。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0828878-BB5E-4E89-BAC4-53924786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06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61A7F-728A-4C88-8BD1-E1E3B9D7E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fbeb1774a4000"/>
          <a:stretch xmlns:a="http://schemas.openxmlformats.org/drawingml/2006/main"/>
        </p:blipFill>
        <p:spPr>
          <a:xfrm xmlns:a="http://schemas.openxmlformats.org/drawingml/2006/main">
            <a:off x="4143375" y="3816977"/>
            <a:ext cx="7477125" cy="141479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85B91-590C-4F76-AA58-54AB034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枠待ちを取り消した実画面 / 模擬データ。待機中・再開成功の画面ではありません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919742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CAB952-6810-4EE6-89C1-9215DD2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6400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2A436D-728B-4452-8A99-278CFB22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46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1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FOLLOW THE DELEGATION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B1FD7C-4E0B-4171-8AA7-BBC9E46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41832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親と子のやり取りまで、ひとつの記録に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D8AC02-0D5D-4668-9BB8-2CF4835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1168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F6A356"/>
                </a:solidFill>
                <a:latin typeface="Noto Sans CJK JP"/>
                <a:ea typeface="Noto Sans CJK JP"/>
                <a:cs typeface="Noto Sans CJK JP"/>
              </a:rPr>
              <a:t>誰に何を任せたかを、入力と応答からたどる。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9B3433-927E-4505-B983-844CA53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委託元の記録から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子エージェントの処理へ。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0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子への依頼と返答を見て、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LLMとハーネスの役割を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0">
                <a:solidFill>
                  <a:srgbClr val="F4F6FA"/>
                </a:solidFill>
                <a:latin typeface="Noto Sans CJK JP"/>
                <a:ea typeface="Noto Sans CJK JP"/>
                <a:cs typeface="Noto Sans CJK JP"/>
              </a:rPr>
              <a:t>具体的に理解できる。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B4048C-BF80-43B1-91BF-99EFD01B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0080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旧経路の子エージェント記録例。現在の通常workflowの内部往復を示すものではありません。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7CB04F9-1865-438D-89F6-59D9E42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0080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200" b="0">
                <a:solidFill>
                  <a:srgbClr val="F2A16A"/>
                </a:solidFill>
                <a:latin typeface="Noto Sans CJK JP"/>
                <a:ea typeface="Noto Sans CJK JP"/>
                <a:cs typeface="Noto Sans CJK JP"/>
              </a:defRPr>
            </a:pPr>
            <a:r>
              <a:t>07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56FC1-7907-4EFE-B5A6-51C38D696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bdf3c45d6443f"/>
          <a:stretch xmlns:a="http://schemas.openxmlformats.org/drawingml/2006/main"/>
        </p:blipFill>
        <p:spPr>
          <a:xfrm xmlns:a="http://schemas.openxmlformats.org/drawingml/2006/main">
            <a:off x="4667030" y="2943225"/>
            <a:ext cx="6429815" cy="3162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2E399-F600-4B2C-82AC-40393D7F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24575"/>
            <a:ext cx="7477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>
                <a:solidFill>
                  <a:srgbClr val="A6B4C8"/>
                </a:solidFill>
                <a:latin typeface="Noto Sans CJK JP"/>
                <a:ea typeface="Noto Sans CJK JP"/>
                <a:cs typeface="Noto Sans CJK JP"/>
              </a:rPr>
              <a:t>実際のHTML出力画面 / 子のデモ記録・模擬通信</a:t>
            </a:r>
          </a:p>
        </p:txBody>
      </p:sp>
    </p:spTree>
    <p:extLst>
      <p:ext uri="{BB962C8B-B14F-4D97-AF65-F5344CB8AC3E}">
        <p14:creationId xmlns:p14="http://schemas.microsoft.com/office/powerpoint/2010/main" val="15883816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2026-10-08T07:51:03.9910000Z</dcterms:created>
  <dcterms:modified xsi:type="dcterms:W3CDTF">2026-10-08T07:51:03.9910000Z</dcterms:modified>
</coreProperties>
</file>