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fefe152f1046ee" /><Relationship Type="http://schemas.openxmlformats.org/officeDocument/2006/relationships/extended-properties" Target="/docProps/app.xml" Id="R61038200639e484f" /><Relationship Type="http://schemas.openxmlformats.org/officeDocument/2006/relationships/officeDocument" Target="/ppt/presentation.xml" Id="R3c9fe648b9de429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56408d584149d2"/>
  </p:sldMasterIdLst>
  <p:notesMasterIdLst>
    <p:notesMasterId xmlns:r="http://schemas.openxmlformats.org/officeDocument/2006/relationships" r:id="R84d2b9326a48400d"/>
  </p:notesMasterIdLst>
  <p:sldIdLst>
    <p:sldId xmlns:r="http://schemas.openxmlformats.org/officeDocument/2006/relationships" id="256" r:id="R25ba7e033e944013"/>
    <p:sldId xmlns:r="http://schemas.openxmlformats.org/officeDocument/2006/relationships" id="257" r:id="R8e31dbbb24034b21"/>
    <p:sldId xmlns:r="http://schemas.openxmlformats.org/officeDocument/2006/relationships" id="258" r:id="R32130ff21f6c4e80"/>
    <p:sldId xmlns:r="http://schemas.openxmlformats.org/officeDocument/2006/relationships" id="259" r:id="R0993f49da1774e73"/>
    <p:sldId xmlns:r="http://schemas.openxmlformats.org/officeDocument/2006/relationships" id="260" r:id="R2c4311c0243b474e"/>
    <p:sldId xmlns:r="http://schemas.openxmlformats.org/officeDocument/2006/relationships" id="261" r:id="R5cd48cb2f38b4525"/>
    <p:sldId xmlns:r="http://schemas.openxmlformats.org/officeDocument/2006/relationships" id="262" r:id="R73439afa85bb4eac"/>
    <p:sldId xmlns:r="http://schemas.openxmlformats.org/officeDocument/2006/relationships" id="263" r:id="R7bbbf5337ada461c"/>
    <p:sldId xmlns:r="http://schemas.openxmlformats.org/officeDocument/2006/relationships" id="264" r:id="Reb714e238935452c"/>
    <p:sldId xmlns:r="http://schemas.openxmlformats.org/officeDocument/2006/relationships" id="265" r:id="R89b096c4df86487a"/>
    <p:sldId xmlns:r="http://schemas.openxmlformats.org/officeDocument/2006/relationships" id="266" r:id="R1b0e970aa21c46ee"/>
    <p:sldId xmlns:r="http://schemas.openxmlformats.org/officeDocument/2006/relationships" id="267" r:id="R739eca7d6be645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1cf29af9094db7" /><Relationship Type="http://schemas.openxmlformats.org/officeDocument/2006/relationships/slideMaster" Target="/ppt/slideMasters/slideMaster1.xml" Id="R3f56408d584149d2" /><Relationship Type="http://schemas.openxmlformats.org/officeDocument/2006/relationships/notesMaster" Target="/ppt/notesMasters/notesMaster1.xml" Id="R84d2b9326a48400d" /><Relationship Type="http://schemas.openxmlformats.org/officeDocument/2006/relationships/presProps" Target="/ppt/presProps.xml" Id="R472718046cb4470a" /><Relationship Type="http://schemas.openxmlformats.org/officeDocument/2006/relationships/tableStyles" Target="/ppt/tableStyles.xml" Id="R83f99375517645eb" /><Relationship Type="http://schemas.openxmlformats.org/officeDocument/2006/relationships/slide" Target="/ppt/slides/slide1.xml" Id="R25ba7e033e944013" /><Relationship Type="http://schemas.openxmlformats.org/officeDocument/2006/relationships/slide" Target="/ppt/slides/slide2.xml" Id="R8e31dbbb24034b21" /><Relationship Type="http://schemas.openxmlformats.org/officeDocument/2006/relationships/slide" Target="/ppt/slides/slide3.xml" Id="R32130ff21f6c4e80" /><Relationship Type="http://schemas.openxmlformats.org/officeDocument/2006/relationships/slide" Target="/ppt/slides/slide4.xml" Id="R0993f49da1774e73" /><Relationship Type="http://schemas.openxmlformats.org/officeDocument/2006/relationships/slide" Target="/ppt/slides/slide5.xml" Id="R2c4311c0243b474e" /><Relationship Type="http://schemas.openxmlformats.org/officeDocument/2006/relationships/slide" Target="/ppt/slides/slide6.xml" Id="R5cd48cb2f38b4525" /><Relationship Type="http://schemas.openxmlformats.org/officeDocument/2006/relationships/slide" Target="/ppt/slides/slide7.xml" Id="R73439afa85bb4eac" /><Relationship Type="http://schemas.openxmlformats.org/officeDocument/2006/relationships/slide" Target="/ppt/slides/slide8.xml" Id="R7bbbf5337ada461c" /><Relationship Type="http://schemas.openxmlformats.org/officeDocument/2006/relationships/slide" Target="/ppt/slides/slide9.xml" Id="Reb714e238935452c" /><Relationship Type="http://schemas.openxmlformats.org/officeDocument/2006/relationships/slide" Target="/ppt/slides/slide10.xml" Id="R89b096c4df86487a" /><Relationship Type="http://schemas.openxmlformats.org/officeDocument/2006/relationships/slide" Target="/ppt/slides/slide11.xml" Id="R1b0e970aa21c46ee" /><Relationship Type="http://schemas.openxmlformats.org/officeDocument/2006/relationships/slide" Target="/ppt/slides/slide12.xml" Id="R739eca7d6be645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f6454bb58844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a112db010b404a" /><Relationship Type="http://schemas.openxmlformats.org/officeDocument/2006/relationships/notesMaster" Target="/ppt/notesMasters/notesMaster1.xml" Id="R694c3c8aa54a43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47976d5c4e4620" /><Relationship Type="http://schemas.openxmlformats.org/officeDocument/2006/relationships/notesMaster" Target="/ppt/notesMasters/notesMaster1.xml" Id="Rc6d90e8a276542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8d716dc2124c1d" /><Relationship Type="http://schemas.openxmlformats.org/officeDocument/2006/relationships/notesMaster" Target="/ppt/notesMasters/notesMaster1.xml" Id="R5d7377d8366241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18f313f4064de4" /><Relationship Type="http://schemas.openxmlformats.org/officeDocument/2006/relationships/notesMaster" Target="/ppt/notesMasters/notesMaster1.xml" Id="R6d50d82645b9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cfd80369ca4b86" /><Relationship Type="http://schemas.openxmlformats.org/officeDocument/2006/relationships/notesMaster" Target="/ppt/notesMasters/notesMaster1.xml" Id="R114b3ea8e74044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50ed80b3d14211" /><Relationship Type="http://schemas.openxmlformats.org/officeDocument/2006/relationships/notesMaster" Target="/ppt/notesMasters/notesMaster1.xml" Id="Re7f9b0d1c4b943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1c271fdb60473c" /><Relationship Type="http://schemas.openxmlformats.org/officeDocument/2006/relationships/notesMaster" Target="/ppt/notesMasters/notesMaster1.xml" Id="R86d866ad96c745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37ca6cd05f460a" /><Relationship Type="http://schemas.openxmlformats.org/officeDocument/2006/relationships/notesMaster" Target="/ppt/notesMasters/notesMaster1.xml" Id="R5529900590e241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2da7c5f90274f64" /><Relationship Type="http://schemas.openxmlformats.org/officeDocument/2006/relationships/notesMaster" Target="/ppt/notesMasters/notesMaster1.xml" Id="Ra98be0e9a6d242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59342d0b894223" /><Relationship Type="http://schemas.openxmlformats.org/officeDocument/2006/relationships/notesMaster" Target="/ppt/notesMasters/notesMaster1.xml" Id="R0f453bea8edd40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70d453eb0946bf" /><Relationship Type="http://schemas.openxmlformats.org/officeDocument/2006/relationships/notesMaster" Target="/ppt/notesMasters/notesMaster1.xml" Id="R3733142f861f4d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13b2fcce494b18" /><Relationship Type="http://schemas.openxmlformats.org/officeDocument/2006/relationships/notesMaster" Target="/ppt/notesMasters/notesMaster1.xml" Id="Rd72bc449491b4f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</a:t>
            </a:r>
          </a:p>
          <a:p xmlns:a="http://schemas.openxmlformats.org/drawingml/2006/main">
            <a:r>
              <a:t>画面: C:\Users\ahwri\Documents\Codex\2026-10-05\task\Xharness-connections\.out\limited-98496fb-packaged-gui\smoke-scratch-ping-pong-and-panel-switching-packaged\pong.png</a:t>
            </a:r>
          </a:p>
          <a:p xmlns:a="http://schemas.openxmlformats.org/drawingml/2006/main">
            <a:r>
              <a:t>保存済み実画面（2026-10-06頃の検証版）。テスト用データ。現行の文言・モデル選択は異なる場合があります。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 通常入力の自動判別、公式単一タスクworkflow、レシートとレポート。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 質問用モデルはroles.questionに従う。Claude Haiku 5.5 / medium、Codex Luna / low。新Haikuの実通信は未確認。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</a:t>
            </a:r>
          </a:p>
          <a:p xmlns:a="http://schemas.openxmlformats.org/drawingml/2006/main">
            <a:r>
              <a:t>画面: C:\Users\ahwri\Documents\Codex\2026-10-05\task\Xharness-connections\.out\ui-check-official-display.png</a:t>
            </a:r>
          </a:p>
          <a:p xmlns:a="http://schemas.openxmlformats.org/drawingml/2006/main">
            <a:r>
              <a:t>保存済み実画面（2026-10-06頃の検証版）。テスト用データ。現行の文言・モデル選択は異なる場合があります。 これは合成課題パネル。通常入力では元のsession.cwd/worktreeを使い、新しいプロジェクトコピーを作らない。修正は最大2回。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 SPEC §15 限定承認。画面: C:\Users\ahwri\Documents\Codex\2026-10-05\task\Xharness-connections\.out\codex-fixcycle-pkg-approval-mock.png。模擬の計画承認。任意shell一括許可ではない。操作内容・request/sessionとの結合、取消/期限切れの拒否。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 §10。画面: C:\Users\ahwri\Documents\Codex\2026-10-05\task\Xharness-connections\.out\limited-98496fb-packaged-gui\smoke-scratch-ping-pong-and-panel-switching-packaged\flow.png</a:t>
            </a:r>
          </a:p>
          <a:p xmlns:a="http://schemas.openxmlformats.org/drawingml/2006/main">
            <a:r>
              <a:t>保存済み実画面（2026-10-06頃の検証版）。テスト用データ。現行の文言・モデル選択は異なる場合があります。 主にレシート/旧ループ経路の表示。公式接続の記録範囲は§15と異なり、全SDK内部通信の完全な録画ではない。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 §10。画面: C:\Users\ahwri\Documents\Codex\2026-10-05\task\Xharness-connections\.out\limited-98496fb-packaged-gui\evaluation-exports-and-dis-e66c8-om-an-isolated-fake-UI-task-packaged\evaluation.png。秘密値の除去・省略あり。全通信の完全なバイト録画ではなく、本文の自動翻訳も行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 プロジェクト履歴・メモリ。画面: C:\Users\ahwri\Documents\Codex\2026-10-05\task\Xharness-connections\.out\limited-98496fb-packaged-gui\project-memory-fake-propos-f0c8e-ore-retrieval-in-a-new-task-packaged\accepted-memory.png</a:t>
            </a:r>
          </a:p>
          <a:p xmlns:a="http://schemas.openxmlformats.org/drawingml/2006/main">
            <a:r>
              <a:t>保存済み実画面（2026-10-06頃の検証版）。テスト用データ。現行の文言・モデル選択は異なる場合があります。 通常公式入力で全補助ツールが使える意味ではない。拡張機能の個別対応経路。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SPEC プロジェクトスキル。画面: C:\Users\ahwri\Documents\Codex\2026-10-05\task\Xharness-connections\.out\limited-98496fb-packaged-gui\skills-manager-task-sugges-af7b0-s-without-automatic-loading-packaged\suggestions.png</a:t>
            </a:r>
          </a:p>
          <a:p xmlns:a="http://schemas.openxmlformats.org/drawingml/2006/main">
            <a:r>
              <a:t>保存済み実画面（2026-10-06頃の検証版）。テスト用データ。現行の文言・モデル選択は異なる場合があります。 候補は名前/説明の語一致で、品質や適性を保証しない。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根拠: docs/app-live-validation-20261008.md。質問3/5 calls、Claude実装方向3/5、Codex実装方向3/5、修正サイクル5/5。独立Nodeテストsource=process。新しい通信は本資料作成時に行っていない。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 公式経路が利用不能なら停止。旧HTTP/他モデルへ暗黙fallbackしない。native DAG無効。モデル利用には正規認証と利用可能なサブスク枠が必要。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現行仕様: SPEC.md §7・§10・§15。main b4c6d38、2026-10-08。 Windows向け。利用契約と正規認証が必要。モデル通信はサブスク枠を消費。追加課金への暗黙切替を行わない。配布版の収録機能はソース版と一致を確認。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089e07e9594b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5c0ba77a8a4b4e" /><Relationship Type="http://schemas.openxmlformats.org/officeDocument/2006/relationships/slideLayout" Target="/ppt/slideLayouts/slideLayout1.xml" Id="R3d34739c92ad42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34739c92ad42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e30e55a0848b8" /><Relationship Type="http://schemas.openxmlformats.org/officeDocument/2006/relationships/image" Target="/ppt/media/image.png" Id="R0316ed2234ad466a" /><Relationship Type="http://schemas.openxmlformats.org/officeDocument/2006/relationships/notesSlide" Target="/ppt/notesSlides/notesSlide1.xml" Id="R56c2bb531bd64c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ed625c942485b" /><Relationship Type="http://schemas.openxmlformats.org/officeDocument/2006/relationships/notesSlide" Target="/ppt/notesSlides/notesSlide2.xml" Id="R8893e79e2bdf40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264d4f77042f4" /><Relationship Type="http://schemas.openxmlformats.org/officeDocument/2006/relationships/notesSlide" Target="/ppt/notesSlides/notesSlide3.xml" Id="R74e0965b643e4b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0aa75c2704783" /><Relationship Type="http://schemas.openxmlformats.org/officeDocument/2006/relationships/image" Target="/ppt/media/image2.png" Id="Rf7c80eec6e7e4d97" /><Relationship Type="http://schemas.openxmlformats.org/officeDocument/2006/relationships/notesSlide" Target="/ppt/notesSlides/notesSlide4.xml" Id="R5f38b0fef0f046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e9cca9e1840e1" /><Relationship Type="http://schemas.openxmlformats.org/officeDocument/2006/relationships/image" Target="/ppt/media/image3.png" Id="R85cef83500444026" /><Relationship Type="http://schemas.openxmlformats.org/officeDocument/2006/relationships/notesSlide" Target="/ppt/notesSlides/notesSlide5.xml" Id="R05f317dbfe7341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517fc7ca87443f" /><Relationship Type="http://schemas.openxmlformats.org/officeDocument/2006/relationships/image" Target="/ppt/media/image4.png" Id="Rc03a93a77296437d" /><Relationship Type="http://schemas.openxmlformats.org/officeDocument/2006/relationships/notesSlide" Target="/ppt/notesSlides/notesSlide6.xml" Id="Rd5ae051086a544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ecde29e54a4fc0" /><Relationship Type="http://schemas.openxmlformats.org/officeDocument/2006/relationships/image" Target="/ppt/media/image5.png" Id="R6befba9deaa14b58" /><Relationship Type="http://schemas.openxmlformats.org/officeDocument/2006/relationships/notesSlide" Target="/ppt/notesSlides/notesSlide7.xml" Id="Rde455cf93c204f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47aba72454e20" /><Relationship Type="http://schemas.openxmlformats.org/officeDocument/2006/relationships/image" Target="/ppt/media/image6.png" Id="R1d3a6f76c3364e67" /><Relationship Type="http://schemas.openxmlformats.org/officeDocument/2006/relationships/notesSlide" Target="/ppt/notesSlides/notesSlide8.xml" Id="R9c35685c2dba43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aceba1e234c94" /><Relationship Type="http://schemas.openxmlformats.org/officeDocument/2006/relationships/image" Target="/ppt/media/image7.png" Id="R085c3e6da2154e12" /><Relationship Type="http://schemas.openxmlformats.org/officeDocument/2006/relationships/notesSlide" Target="/ppt/notesSlides/notesSlide9.xml" Id="Re0e98fe21ef8488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3503fad604927" /><Relationship Type="http://schemas.openxmlformats.org/officeDocument/2006/relationships/notesSlide" Target="/ppt/notesSlides/notesSlide10.xml" Id="Ra44340bf58b149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913950f8c4fe8" /><Relationship Type="http://schemas.openxmlformats.org/officeDocument/2006/relationships/notesSlide" Target="/ppt/notesSlides/notesSlide11.xml" Id="Rd52a10148ced4d6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5ff981e9e42cc" /><Relationship Type="http://schemas.openxmlformats.org/officeDocument/2006/relationships/notesSlide" Target="/ppt/notesSlides/notesSlide12.xml" Id="R81730de919774c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3150A-66A4-4C48-BC27-36F4F432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47750"/>
            <a:ext cx="552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60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EF871-460E-48A1-A6E1-F885BEDE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14575"/>
            <a:ext cx="5619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3450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ClaudeとCodexを</a:t>
            </a:r>
          </a:p>
          <a:p xmlns:a="http://schemas.openxmlformats.org/drawingml/2006/main">
            <a:pPr>
              <a:defRPr sz="3450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3450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一つの作業画面に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6159E2-071F-4392-B81B-68B86131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4337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開発を進めながら、</a:t>
            </a:r>
          </a:p>
          <a:p xmlns:a="http://schemas.openxmlformats.org/drawingml/2006/main">
            <a:pPr>
              <a:defRPr sz="22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AIの働き方も見える。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6ed2234ad466a"/>
          <a:stretch xmlns:a="http://schemas.openxmlformats.org/drawingml/2006/main"/>
        </p:blipFill>
        <p:spPr>
          <a:xfrm xmlns:a="http://schemas.openxmlformats.org/drawingml/2006/main">
            <a:off x="6429375" y="1798588"/>
            <a:ext cx="5238750" cy="335607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FF7F3-FC53-493B-A24A-05FF3DFB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674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72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Windows向けAIコーディングアプリ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5855A-F228-4D19-8079-1F2B1FE2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619750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実画面 / テスト用データ</a:t>
            </a:r>
          </a:p>
        </p:txBody>
      </p:sp>
    </p:spTree>
    <p:extLst>
      <p:ext uri="{BB962C8B-B14F-4D97-AF65-F5344CB8AC3E}">
        <p14:creationId xmlns:p14="http://schemas.microsoft.com/office/powerpoint/2010/main" val="1327305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CE2B8-BCA6-4621-97EC-42DAC072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XHarnessでできること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A2F44-A17C-4C19-A91A-4FD0CB1E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相談と小さな実装を、確認できる手順で進める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58CE9C-3129-493D-A7E5-B6B8BB99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B3350-988D-4294-BF99-D7A0DBBD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789B3-BC71-4443-9827-FE69EEE1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62175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322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A237F8-538F-42E9-928E-3F598D6A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20980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自然な言葉で依頼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8D387-E4A7-4C9E-B9ED-1A900CDC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819400"/>
            <a:ext cx="952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質問か作業かを軽量モデルが判別。質問にはその場で回答します。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E0C93-B884-449E-A462-2C8707E9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43325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AA7FF"/>
                </a:solidFill>
                <a:latin typeface="Yu Gothic"/>
                <a:ea typeface="Yu Gothic"/>
                <a:cs typeface="Yu Gothic"/>
              </a:defRPr>
            </a:pPr>
            <a:r>
              <a:rPr sz="3225" b="1">
                <a:solidFill>
                  <a:srgbClr val="7AA7FF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4C898-FE62-4602-8964-8FD6FDDE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7909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実装とレビューを分担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8C679-706B-4036-BD6A-6067C9EA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00550"/>
            <a:ext cx="942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計画を承認したら実装。XHarnessの独立テスト後に、別会社のモデルがレビューします。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DC8A2-0113-4F39-98C4-0CBC168E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530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322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B24AA-CD30-4992-9F55-B67F5AE0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5381625"/>
            <a:ext cx="914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2625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実行の根拠を残す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4A57FC-9812-4999-89EE-72F4260D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934075"/>
            <a:ext cx="938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画面と保存記録を見比べ、何を実行したかを後から確認できます。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1357199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18F74-B747-4361-98B1-9BA81F3C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質問と作業を自動判別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D458A-E60A-4518-8574-B36B94EE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毎回、送信モードを選ぶ必要がありません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A0F3B-1A81-4B8F-BBFE-D06074F9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AFE8E-A612-40D5-A769-33A99057B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62557-C83A-466F-9A6B-79B6D200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質問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4CF43-5B90-49B2-9648-CBC9997A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33813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同じ会社の軽量モデルが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同じ呼び出しで回答。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計画や実装へ進みません。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FE8E7-D024-4052-8049-2C21C958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86000"/>
            <a:ext cx="333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7AA7FF"/>
                </a:solidFill>
                <a:latin typeface="Yu Gothic"/>
                <a:ea typeface="Yu Gothic"/>
                <a:cs typeface="Yu Gothic"/>
              </a:defRPr>
            </a:pPr>
            <a:r>
              <a:rPr sz="2700" b="1">
                <a:solidFill>
                  <a:srgbClr val="7AA7FF"/>
                </a:solidFill>
                <a:latin typeface="Yu Gothic"/>
                <a:ea typeface="Yu Gothic"/>
                <a:cs typeface="Yu Gothic"/>
              </a:rPr>
              <a:t>作業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2250C-E879-4265-8B3B-6E9F792C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4953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対象ファイルと既存テストを確認。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メインモデルが計画を作り、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利用者の承認を待ちます。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E05CF8-F4FF-40E8-8BF4-45E80EB3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「この関数は何をしている？」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E3059-CEE3-483D-88C1-89493B2BD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62525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225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「関数を直してテストして」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A02764-C512-478B-9C77-32E8D60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判別は編集の許可ではありません。無効な判別や失敗は自動で再試行しません。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1180348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94AE1-38C0-4CAB-9341-F8F52AB9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実装と別会社レビュー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F9282B-EFB1-49D0-9314-FDFACCE3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Claudeが実装したらCodexが確認。逆方向も同じ流れです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CE98F-91E1-4DF8-AD08-7E6A4971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26005-AD42-48DB-A96C-049AF197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32C81-9DB3-43A9-9814-004103DD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一つの課題を</a:t>
            </a:r>
          </a:p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最後まで確認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727BC-FEA1-46E3-85ED-78E6DB9E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67025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計画と担当を承認。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アプリが既存テストを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独立して実行。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別会社のモデルが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固定差分をレビュー。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80eec6e7e4d97"/>
          <a:stretch xmlns:a="http://schemas.openxmlformats.org/drawingml/2006/main"/>
        </p:blipFill>
        <p:spPr>
          <a:xfrm xmlns:a="http://schemas.openxmlformats.org/drawingml/2006/main">
            <a:off x="5060831" y="1714500"/>
            <a:ext cx="5527914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B2219-5CFC-40DD-B77C-0C4F836F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086475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保存済み設定画面 / 旧検証版。現行は選択中のメインモデルで計画します。</a:t>
            </a:r>
          </a:p>
        </p:txBody>
      </p:sp>
    </p:spTree>
    <p:extLst>
      <p:ext uri="{BB962C8B-B14F-4D97-AF65-F5344CB8AC3E}">
        <p14:creationId xmlns:p14="http://schemas.microsoft.com/office/powerpoint/2010/main" val="10368987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1F2B03-D5F6-4D26-B853-7715D8DC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何を許可するかが分かる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7AEC4-E6CC-4E83-8894-79FEE2EC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計画と個別操作を、内容と作業場所に結び付けて確認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04286-7A94-46BC-B851-3B52C27D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83ED5-A24F-4F19-910F-1427BFD0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B7CAE-F2D7-41F7-8147-A1D2D54E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承認してから</a:t>
            </a:r>
          </a:p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作業を開始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5F3A41-DAC7-4EAA-997E-7CBF5E40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43225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対象と担当、テストを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計画に表示。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Codexの追加操作は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内容と場所を確認。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今回だけ許可／拒否。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ef83500444026"/>
          <a:stretch xmlns:a="http://schemas.openxmlformats.org/drawingml/2006/main"/>
        </p:blipFill>
        <p:spPr>
          <a:xfrm xmlns:a="http://schemas.openxmlformats.org/drawingml/2006/main">
            <a:off x="4812290" y="1657350"/>
            <a:ext cx="6044045" cy="4476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3FAF2F-C0D6-46AC-B8CA-29CCCA66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124575"/>
            <a:ext cx="7572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実アプリの計画承認画面 / 模擬課題。個別操作承認とは別の確認です。</a:t>
            </a:r>
          </a:p>
        </p:txBody>
      </p:sp>
    </p:spTree>
    <p:extLst>
      <p:ext uri="{BB962C8B-B14F-4D97-AF65-F5344CB8AC3E}">
        <p14:creationId xmlns:p14="http://schemas.microsoft.com/office/powerpoint/2010/main" val="2066264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DC556-2F46-4E91-8AC9-88596532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AIとハーネスの処理が見える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E4216-D9FD-479A-B501-B760DCAA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どの段階でモデルへ送り、どこでツールを動かしたか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D83A08-7D3B-457A-A268-AF0567C44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BFAB2-3FDC-4CCD-BEF1-09B047C8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1E39D-9408-4D9D-BEF6-35F2C2A7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処理を</a:t>
            </a:r>
          </a:p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STEPで追える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25EA4-D67D-4EBF-8299-A0C9AD98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43225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入力構築、モデル通信、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権限判定などを表示。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AIが担う処理と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アプリ側の処理を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見分けられます。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a93a77296437d"/>
          <a:stretch xmlns:a="http://schemas.openxmlformats.org/drawingml/2006/main"/>
        </p:blipFill>
        <p:spPr>
          <a:xfrm xmlns:a="http://schemas.openxmlformats.org/drawingml/2006/main">
            <a:off x="4718701" y="1647825"/>
            <a:ext cx="6183598" cy="4524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AF8577-36ED-4981-879F-AE6AA48D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134100"/>
            <a:ext cx="752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LoopFlowの実画面 / FakeProviderによるテスト用データ</a:t>
            </a:r>
          </a:p>
        </p:txBody>
      </p:sp>
    </p:spTree>
    <p:extLst>
      <p:ext uri="{BB962C8B-B14F-4D97-AF65-F5344CB8AC3E}">
        <p14:creationId xmlns:p14="http://schemas.microsoft.com/office/powerpoint/2010/main" val="17273852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27CCA8-2504-4374-B1F3-96B87F64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ブラウザで振り返れる実行レポート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DF3C9-FA17-4981-899D-48EA1C4C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作業の終了後も、入力・応答・使用量の根拠を確認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EB22D5-E4A5-446A-A9E8-CE01BA79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F028C-D651-4B10-AB38-F5782C23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715FC-4A6C-4292-B003-F66DF562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AIの勉強にも</a:t>
            </a:r>
          </a:p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使える記録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2B51D-2CAE-4E0F-B142-FB4203BD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05125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番号ごとに処理を展開。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LLM通信を色分け。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入力・応答や終了理由を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保存範囲内で確認。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HTMLはアプリ不要です。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fba9deaa14b58"/>
          <a:stretch xmlns:a="http://schemas.openxmlformats.org/drawingml/2006/main"/>
        </p:blipFill>
        <p:spPr>
          <a:xfrm xmlns:a="http://schemas.openxmlformats.org/drawingml/2006/main">
            <a:off x="4193633" y="1714500"/>
            <a:ext cx="7233734" cy="43910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535D2-3A0C-44AB-AF28-264D589D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124575"/>
            <a:ext cx="7572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実際に出力したHTML / 模擬課題。公開前に内容の確認が必要です。</a:t>
            </a:r>
          </a:p>
        </p:txBody>
      </p:sp>
    </p:spTree>
    <p:extLst>
      <p:ext uri="{BB962C8B-B14F-4D97-AF65-F5344CB8AC3E}">
        <p14:creationId xmlns:p14="http://schemas.microsoft.com/office/powerpoint/2010/main" val="1646112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6F309F-3389-4FF5-B9C3-32FFCDDB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判断の根拠をプロジェクトに残す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5CC450-F6ED-40E8-AB34-1FD1525C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履歴検索とメモリで、以前の作業を参考にできる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B5F1C-1E58-41FA-88A9-5EAE4269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2D2275-79E6-4289-AA06-A95D4465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6E9FF2-5D8F-4FF8-A988-4575EDDC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812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採用を確認して</a:t>
            </a:r>
          </a:p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知識を再利用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442B4-B6BC-4A6E-9765-0C096EA29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76550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候補と出典を確認して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メモリとして採用。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編集・無効化・削除。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現在の命令や権限とは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分けて扱います。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3a6f76c3364e67"/>
          <a:stretch xmlns:a="http://schemas.openxmlformats.org/drawingml/2006/main"/>
        </p:blipFill>
        <p:spPr>
          <a:xfrm xmlns:a="http://schemas.openxmlformats.org/drawingml/2006/main">
            <a:off x="4788102" y="1638300"/>
            <a:ext cx="6044796" cy="44481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2400A-B00A-4924-95BC-AE3EA9EE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134100"/>
            <a:ext cx="7524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7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プロジェクトメモリの実画面 / テスト用データ</a:t>
            </a:r>
          </a:p>
        </p:txBody>
      </p:sp>
    </p:spTree>
    <p:extLst>
      <p:ext uri="{BB962C8B-B14F-4D97-AF65-F5344CB8AC3E}">
        <p14:creationId xmlns:p14="http://schemas.microsoft.com/office/powerpoint/2010/main" val="21453537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CD86F-693F-437E-BF08-E5A0695E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スキルを確認して使う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1EACF-B2CE-4AB6-9C20-8A1D09C9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プロジェクトの手順を読み、必要なものを会話へ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7BE01-A284-48EB-823F-8C3AA7F5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59467-B80D-4970-A7CA-3EB538BF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826DB-C016-4287-8AF3-5AD3BA61D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193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内容を見てから</a:t>
            </a:r>
          </a:p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読み込む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4913D-5D93-4723-8D37-C39ACFB8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3143250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出典と本文を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プレビュー。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会話で使う版を選択。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プレビューだけでは</a:t>
            </a:r>
          </a:p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処理を実行しません。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5c3e6da2154e12"/>
          <a:stretch xmlns:a="http://schemas.openxmlformats.org/drawingml/2006/main"/>
        </p:blipFill>
        <p:spPr>
          <a:xfrm xmlns:a="http://schemas.openxmlformats.org/drawingml/2006/main">
            <a:off x="4951369" y="1657350"/>
            <a:ext cx="5737311" cy="44862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9FEAE7-594A-4E5B-AF8D-0C80AD17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134100"/>
            <a:ext cx="7524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プロジェクトスキルの実画面 / 模擬課題。通常入力との対応範囲は異なります。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15248464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622985-EEE2-4D91-84D9-1E448415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小さな合成課題で実通信を確認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C1120-AFE6-40BC-BA12-8E7F159B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2026-10-08の配布版検証記録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47416-2D8B-49C5-AC5B-6B7551FA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31683-381B-4562-B093-33E7AF67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DA887-4DED-4248-87BB-C18A7DC4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81200"/>
            <a:ext cx="433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通常質問・追加質問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6DEEE-F3D4-443C-A827-B390A10C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047875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回答して終了。不要な計画・実装を開始しない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7D107-5DB8-4586-AE9C-C473A9DA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33700"/>
            <a:ext cx="433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AA7FF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7AA7FF"/>
                </a:solidFill>
                <a:latin typeface="Yu Gothic"/>
                <a:ea typeface="Yu Gothic"/>
                <a:cs typeface="Yu Gothic"/>
              </a:rPr>
              <a:t>Claude実装 / Codexレビュー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F92C6-A202-49E4-9762-F6BFD7D4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000375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独立テスト合格、差分レビューを完了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D042C-1085-4293-AF4E-717ADCCD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86200"/>
            <a:ext cx="433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Codex実装 / Claudeレビュー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BFC46-F3F9-4CBA-A2B1-65C04A68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952875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利用者の操作承認を経て、テストとレビューを完了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91EC2-DF01-45A7-AAFB-BFB82740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38700"/>
            <a:ext cx="433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AA7FF"/>
                </a:solidFill>
                <a:latin typeface="Yu Gothic"/>
                <a:ea typeface="Yu Gothic"/>
                <a:cs typeface="Yu Gothic"/>
              </a:defRPr>
            </a:pPr>
            <a:r>
              <a:rPr sz="2175" b="1">
                <a:solidFill>
                  <a:srgbClr val="7AA7FF"/>
                </a:solidFill>
                <a:latin typeface="Yu Gothic"/>
                <a:ea typeface="Yu Gothic"/>
                <a:cs typeface="Yu Gothic"/>
              </a:rPr>
              <a:t>指摘後の修正サイクル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D0452B-5674-4B78-B2CC-8402E298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905375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875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障害注入後、3件の指摘をモデルが修正して再確認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7734DF-4D74-49DA-A2CB-21D2685A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57875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対象はc998a30版の固定合成課題。通常入力の任意実案件への保証ではありません。</a:t>
            </a:r>
          </a:p>
          <a:p xmlns:a="http://schemas.openxmlformats.org/drawingml/2006/main">
            <a:pPr>
              <a:defRPr sz="142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42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Haikuは当時4.5。新カタログのHaiku 5.5実通信は未確認です。</a:t>
            </a:r>
          </a:p>
        </p:txBody>
      </p:sp>
    </p:spTree>
    <p:extLst>
      <p:ext uri="{BB962C8B-B14F-4D97-AF65-F5344CB8AC3E}">
        <p14:creationId xmlns:p14="http://schemas.microsoft.com/office/powerpoint/2010/main" val="1415837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81D0DB-895C-4288-94FC-50201BA7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現在の対応範囲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05B0C-3B8E-4CB1-A9EE-DBF05094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通常入力の公式ワークフローは、単一課題から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D080F-5C54-4D78-922D-BCED32A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C6FB5-37E5-4F43-94CF-A20A2682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C1F6E-F36E-4BC5-AD1D-C6F466E7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8122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使える作業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0A84FD-99B3-4779-8B14-F59FE711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5143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cleanなGit作業場所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既存Nodeテスト1件で確認できる課題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計画承認後の対象内編集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独立テストと別会社レビュー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最大2回の修正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3461B6-44F2-497D-A43F-F44B5A1C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81225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AA7FF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7AA7FF"/>
                </a:solidFill>
                <a:latin typeface="Yu Gothic"/>
                <a:ea typeface="Yu Gothic"/>
                <a:cs typeface="Yu Gothic"/>
              </a:rPr>
              <a:t>今後の対応・確認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92B9F-B666-4231-B938-6E3059A7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50006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依存インストールや任意shell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任意実案件の並列DAG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PC全体のComputer Use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旧ツール全体の公式経路対応</a:t>
            </a:r>
          </a:p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新モデル・全環境の実通信検証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B93262-B279-49BC-AC74-F59073864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67400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575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公式接続が使えなければ理由付きで停止。旧HTTPへ暗黙に戻りません。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10521942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5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93374-1C2B-477D-8260-AA940393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3300" b="1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XHarnessを試す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13862-8F9E-4777-B3FC-1F170C3B8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144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8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小さなリポジトリから、作業と記録を確かめる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6C72F-FFA1-4C79-8C96-2C24BDB0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103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XHarness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8492A-8DEA-436A-A47D-F057BEE1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0325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20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D984D-07D1-40C1-B781-DCDCD64B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47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01  公式接続を設定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12479-8CB1-4BFB-AFAF-BB142E65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667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正規のClaude / Codex認証と、公式Codex実行パスを確認。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3D15B-7980-4BC0-AD57-FC5BF111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AA7FF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7AA7FF"/>
                </a:solidFill>
                <a:latin typeface="Yu Gothic"/>
                <a:ea typeface="Yu Gothic"/>
                <a:cs typeface="Yu Gothic"/>
              </a:rPr>
              <a:t>02  作業フォルダーで依頼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09AEF-34E5-4063-AF7C-38100068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910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質問を送り、次に既存Nodeテストのある小さな修正を依頼。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2DCE70-D3A1-4354-AA23-BA37D85E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F8D52"/>
                </a:solidFill>
                <a:latin typeface="Yu Gothic"/>
                <a:ea typeface="Yu Gothic"/>
                <a:cs typeface="Yu Gothic"/>
              </a:defRPr>
            </a:pPr>
            <a:r>
              <a:rPr sz="2550" b="1">
                <a:solidFill>
                  <a:srgbClr val="EF8D52"/>
                </a:solidFill>
                <a:latin typeface="Yu Gothic"/>
                <a:ea typeface="Yu Gothic"/>
                <a:cs typeface="Yu Gothic"/>
              </a:rPr>
              <a:t>03  計画を承認して結果を確認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9F12F8-5B08-4405-8DE4-7840994C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150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defRPr>
            </a:pPr>
            <a:r>
              <a:rPr sz="1950" b="0">
                <a:solidFill>
                  <a:srgbClr val="F4F6FA"/>
                </a:solidFill>
                <a:latin typeface="Yu Gothic"/>
                <a:ea typeface="Yu Gothic"/>
                <a:cs typeface="Yu Gothic"/>
              </a:rPr>
              <a:t>独立テストとレビューの結果を読み、保存した記録を振り返る。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ED52EF-58B6-4259-92CC-5DF76A7D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4103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9B7C9"/>
                </a:solidFill>
                <a:latin typeface="Yu Gothic"/>
                <a:ea typeface="Yu Gothic"/>
                <a:cs typeface="Yu Gothic"/>
              </a:defRPr>
            </a:pPr>
            <a:r>
              <a:rPr sz="1050" b="0">
                <a:solidFill>
                  <a:srgbClr val="A9B7C9"/>
                </a:solidFill>
                <a:latin typeface="Yu Gothic"/>
                <a:ea typeface="Yu Gothic"/>
                <a:cs typeface="Yu Gothic"/>
              </a:rPr>
              <a:t>github.com/hiroto-k0306/Xharness</a:t>
            </a:r>
          </a:p>
        </p:txBody>
      </p:sp>
    </p:spTree>
    <p:extLst>
      <p:ext uri="{BB962C8B-B14F-4D97-AF65-F5344CB8AC3E}">
        <p14:creationId xmlns:p14="http://schemas.microsoft.com/office/powerpoint/2010/main" val="1517279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2026-10-08T00:53:49.4610000Z</dcterms:created>
  <dcterms:modified xsi:type="dcterms:W3CDTF">2026-10-08T00:53:49.4610000Z</dcterms:modified>
</coreProperties>
</file>